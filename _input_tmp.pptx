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85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3" d="100"/>
          <a:sy n="103" d="100"/>
        </p:scale>
        <p:origin x="34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61B3A-E7F1-407C-A964-03237EC30CB3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19BDF-7FFF-4586-A201-6E4E2E1DAE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FB8242-1E90-4BF2-950A-E03BA4B49795}"/>
              </a:ext>
            </a:extLst>
          </p:cNvPr>
          <p:cNvSpPr txBox="1"/>
          <p:nvPr userDrawn="1"/>
        </p:nvSpPr>
        <p:spPr>
          <a:xfrm>
            <a:off x="787400" y="279707"/>
            <a:ext cx="2644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同舟共济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CD1C0FD-4853-42E7-9B89-31C07DA8336D}"/>
              </a:ext>
            </a:extLst>
          </p:cNvPr>
          <p:cNvGrpSpPr/>
          <p:nvPr userDrawn="1"/>
        </p:nvGrpSpPr>
        <p:grpSpPr>
          <a:xfrm>
            <a:off x="9532123" y="146872"/>
            <a:ext cx="2460588" cy="655320"/>
            <a:chOff x="9488724" y="3354030"/>
            <a:chExt cx="2545960" cy="73101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2F5808E-3860-4DB7-B650-7349FFDAD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88724" y="3354030"/>
              <a:ext cx="731583" cy="73101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EB1C51E-2AFC-40BB-96E8-D4BBBBDF3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27902" y="3370713"/>
              <a:ext cx="1643775" cy="512858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36310F5-B755-4E0D-9876-F884EE323EE8}"/>
                </a:ext>
              </a:extLst>
            </p:cNvPr>
            <p:cNvSpPr txBox="1"/>
            <p:nvPr/>
          </p:nvSpPr>
          <p:spPr>
            <a:xfrm>
              <a:off x="10219659" y="3839761"/>
              <a:ext cx="18150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900" b="1" spc="200" dirty="0"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</a:rPr>
                <a:t>TONGJI UNIVERSITY</a:t>
              </a: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DE090EFD-2EF8-4D26-BCC6-46C0C965710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63" y="6483619"/>
            <a:ext cx="1093545" cy="2629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16DD7-6795-4212-A327-F2BD6B16E0DD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6904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E5M2Q3YTk2NzExM2ViYmM0ZjRmYzRhOWQ2NWVkYzYifQ=="/>
</p:tagLst>
</file>

<file path=ppt/theme/theme1.xml><?xml version="1.0" encoding="utf-8"?>
<a:theme xmlns:a="http://schemas.openxmlformats.org/drawingml/2006/main" name="Office 主题">
  <a:themeElements>
    <a:clrScheme name="自定义 7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1557"/>
      </a:accent1>
      <a:accent2>
        <a:srgbClr val="B48F57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dy4i51f">
      <a:majorFont>
        <a:latin typeface="思源黑体"/>
        <a:ea typeface="思源黑体"/>
        <a:cs typeface=""/>
      </a:majorFont>
      <a:minorFont>
        <a:latin typeface="思源黑体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华文行楷</vt:lpstr>
      <vt:lpstr>思源黑体</vt:lpstr>
      <vt:lpstr>Arial</vt:lpstr>
      <vt:lpstr>Calibri</vt:lpstr>
      <vt:lpstr>Calibri Light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小鬼谷子</dc:creator>
  <cp:lastModifiedBy>hy w</cp:lastModifiedBy>
  <cp:revision>34</cp:revision>
  <dcterms:created xsi:type="dcterms:W3CDTF">2023-03-15T05:29:00Z</dcterms:created>
  <dcterms:modified xsi:type="dcterms:W3CDTF">2026-05-23T11:33:43Z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390B4EEECE124AC9A1D3E1BDB1992118_12</vt:lpwstr>
  </property>
  <property fmtid="{D5CDD505-2E9C-101B-9397-08002B2CF9AE}" pid="3" name="KSOProductBuildVer">
    <vt:lpwstr>2052-12.1.0.15712</vt:lpwstr>
  </property>
</Properties>
</file>