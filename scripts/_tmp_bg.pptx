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1" r:id="rId5"/>
    <p:sldId id="277" r:id="rId6"/>
    <p:sldId id="284" r:id="rId7"/>
    <p:sldId id="262" r:id="rId8"/>
    <p:sldId id="272" r:id="rId9"/>
    <p:sldId id="263" r:id="rId10"/>
    <p:sldId id="264" r:id="rId11"/>
    <p:sldId id="268" r:id="rId12"/>
    <p:sldId id="269" r:id="rId13"/>
    <p:sldId id="266" r:id="rId14"/>
    <p:sldId id="278" r:id="rId15"/>
    <p:sldId id="271" r:id="rId16"/>
    <p:sldId id="273"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28"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D61B3A-E7F1-407C-A964-03237EC30CB3}" type="datetimeFigureOut">
              <a:rPr lang="zh-CN" altLang="en-US" smtClean="0"/>
              <a:t>2026/3/11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519BDF-7FFF-4586-A201-6E4E2E1DAE7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158265-9648-489A-BCF9-0D31EC8EA942}" type="slidenum">
              <a:rPr lang="zh-CN" altLang="en-US" smtClean="0"/>
              <a:t>‹#›</a:t>
            </a:fld>
            <a:endParaRPr lang="zh-CN" altLang="en-US"/>
          </a:p>
        </p:txBody>
      </p:sp>
      <p:sp>
        <p:nvSpPr>
          <p:cNvPr id="7" name="文本框 6">
            <a:extLst>
              <a:ext uri="{FF2B5EF4-FFF2-40B4-BE49-F238E27FC236}">
                <a16:creationId xmlns:a16="http://schemas.microsoft.com/office/drawing/2014/main" id="{4AFB8242-1E90-4BF2-950A-E03BA4B49795}"/>
              </a:ext>
            </a:extLst>
          </p:cNvPr>
          <p:cNvSpPr txBox="1"/>
          <p:nvPr userDrawn="1"/>
        </p:nvSpPr>
        <p:spPr>
          <a:xfrm>
            <a:off x="787400" y="279707"/>
            <a:ext cx="2644877" cy="461665"/>
          </a:xfrm>
          <a:prstGeom prst="rect">
            <a:avLst/>
          </a:prstGeom>
          <a:noFill/>
        </p:spPr>
        <p:txBody>
          <a:bodyPr wrap="square" rtlCol="0">
            <a:spAutoFit/>
          </a:bodyPr>
          <a:lstStyle/>
          <a:p>
            <a:r>
              <a:rPr lang="zh-CN" altLang="en-US" sz="2400" dirty="0">
                <a:solidFill>
                  <a:schemeClr val="accent1"/>
                </a:solidFill>
                <a:latin typeface="华文行楷" panose="02010800040101010101" pitchFamily="2" charset="-122"/>
                <a:ea typeface="华文行楷" panose="02010800040101010101" pitchFamily="2" charset="-122"/>
              </a:rPr>
              <a:t>同舟共济</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5158265-9648-489A-BCF9-0D31EC8EA942}" type="slidenum">
              <a:rPr lang="zh-CN" altLang="en-US" smtClean="0"/>
              <a:t>‹#›</a:t>
            </a:fld>
            <a:endParaRPr lang="zh-CN" altLang="en-US"/>
          </a:p>
        </p:txBody>
      </p:sp>
      <p:grpSp>
        <p:nvGrpSpPr>
          <p:cNvPr id="6" name="组合 5">
            <a:extLst>
              <a:ext uri="{FF2B5EF4-FFF2-40B4-BE49-F238E27FC236}">
                <a16:creationId xmlns:a16="http://schemas.microsoft.com/office/drawing/2014/main" id="{6CD1C0FD-4853-42E7-9B89-31C07DA8336D}"/>
              </a:ext>
            </a:extLst>
          </p:cNvPr>
          <p:cNvGrpSpPr/>
          <p:nvPr userDrawn="1"/>
        </p:nvGrpSpPr>
        <p:grpSpPr>
          <a:xfrm>
            <a:off x="9532123" y="146872"/>
            <a:ext cx="2460588" cy="655320"/>
            <a:chOff x="9488724" y="3354030"/>
            <a:chExt cx="2545960" cy="731019"/>
          </a:xfrm>
        </p:grpSpPr>
        <p:pic>
          <p:nvPicPr>
            <p:cNvPr id="7" name="图片 6">
              <a:extLst>
                <a:ext uri="{FF2B5EF4-FFF2-40B4-BE49-F238E27FC236}">
                  <a16:creationId xmlns:a16="http://schemas.microsoft.com/office/drawing/2014/main" id="{32F5808E-3860-4DB7-B650-7349FFDADD8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488724" y="3354030"/>
              <a:ext cx="731583" cy="731019"/>
            </a:xfrm>
            <a:prstGeom prst="rect">
              <a:avLst/>
            </a:prstGeom>
          </p:spPr>
        </p:pic>
        <p:pic>
          <p:nvPicPr>
            <p:cNvPr id="8" name="图片 7">
              <a:extLst>
                <a:ext uri="{FF2B5EF4-FFF2-40B4-BE49-F238E27FC236}">
                  <a16:creationId xmlns:a16="http://schemas.microsoft.com/office/drawing/2014/main" id="{1EB1C51E-2AFC-40BB-96E8-D4BBBBDF396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27902" y="3370713"/>
              <a:ext cx="1643775" cy="512858"/>
            </a:xfrm>
            <a:prstGeom prst="rect">
              <a:avLst/>
            </a:prstGeom>
          </p:spPr>
        </p:pic>
        <p:sp>
          <p:nvSpPr>
            <p:cNvPr id="9" name="文本框 8">
              <a:extLst>
                <a:ext uri="{FF2B5EF4-FFF2-40B4-BE49-F238E27FC236}">
                  <a16:creationId xmlns:a16="http://schemas.microsoft.com/office/drawing/2014/main" id="{036310F5-B755-4E0D-9876-F884EE323EE8}"/>
                </a:ext>
              </a:extLst>
            </p:cNvPr>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en-US" altLang="zh-CN" sz="900" b="1" spc="200" dirty="0">
                  <a:latin typeface="Calibri Light" panose="020F0302020204030204" pitchFamily="34" charset="0"/>
                  <a:ea typeface="思源黑体 CN Light"/>
                  <a:cs typeface="Segoe UI Light" panose="020B0502040204020203" pitchFamily="34" charset="0"/>
                </a:rPr>
                <a:t>TONGJI UNIVERSITY</a:t>
              </a:r>
            </a:p>
          </p:txBody>
        </p:sp>
      </p:grpSp>
      <p:pic>
        <p:nvPicPr>
          <p:cNvPr id="10" name="图片 9">
            <a:extLst>
              <a:ext uri="{FF2B5EF4-FFF2-40B4-BE49-F238E27FC236}">
                <a16:creationId xmlns:a16="http://schemas.microsoft.com/office/drawing/2014/main" id="{DE090EFD-2EF8-4D26-BCC6-46C0C9657102}"/>
              </a:ext>
            </a:extLst>
          </p:cNvPr>
          <p:cNvPicPr>
            <a:picLocks noChangeAspect="1"/>
          </p:cNvPicPr>
          <p:nvPr userDrawn="1"/>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334963" y="6483619"/>
            <a:ext cx="1093545" cy="26297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158265-9648-489A-BCF9-0D31EC8EA94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F16DD7-6795-4212-A327-F2BD6B16E0DD}" type="datetimeFigureOut">
              <a:rPr lang="zh-CN" altLang="en-US" smtClean="0"/>
              <a:t>2026/3/11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58265-9648-489A-BCF9-0D31EC8EA94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944" y="0"/>
            <a:ext cx="12190111" cy="6858000"/>
          </a:xfrm>
          <a:prstGeom prst="rect">
            <a:avLst/>
          </a:prstGeom>
          <a:gradFill>
            <a:gsLst>
              <a:gs pos="77000">
                <a:schemeClr val="accent2">
                  <a:alpha val="0"/>
                </a:schemeClr>
              </a:gs>
              <a:gs pos="77000">
                <a:schemeClr val="accent2"/>
              </a:gs>
            </a:gsLst>
            <a:lin ang="0" scaled="1"/>
          </a:gradFill>
        </p:spPr>
      </p:pic>
      <p:sp>
        <p:nvSpPr>
          <p:cNvPr id="17" name="矩形 16"/>
          <p:cNvSpPr/>
          <p:nvPr/>
        </p:nvSpPr>
        <p:spPr>
          <a:xfrm>
            <a:off x="0" y="0"/>
            <a:ext cx="12192000" cy="6884324"/>
          </a:xfrm>
          <a:prstGeom prst="rect">
            <a:avLst/>
          </a:prstGeom>
          <a:gradFill>
            <a:gsLst>
              <a:gs pos="76000">
                <a:schemeClr val="bg1">
                  <a:alpha val="0"/>
                </a:schemeClr>
              </a:gs>
              <a:gs pos="63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63418" y="-651026"/>
            <a:ext cx="8160051" cy="8160051"/>
          </a:xfrm>
          <a:prstGeom prst="ellipse">
            <a:avLst/>
          </a:prstGeom>
          <a:noFill/>
          <a:ln>
            <a:gradFill flip="none" rotWithShape="1">
              <a:gsLst>
                <a:gs pos="77000">
                  <a:schemeClr val="accent2">
                    <a:alpha val="0"/>
                  </a:schemeClr>
                </a:gs>
                <a:gs pos="77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40405" y="2702520"/>
            <a:ext cx="8942591" cy="1015663"/>
          </a:xfrm>
          <a:prstGeom prst="rect">
            <a:avLst/>
          </a:prstGeom>
          <a:noFill/>
        </p:spPr>
        <p:txBody>
          <a:bodyPr wrap="square" rtlCol="0">
            <a:spAutoFit/>
          </a:bodyPr>
          <a:lstStyle/>
          <a:p>
            <a:r>
              <a:rPr lang="zh-CN" altLang="en-US" sz="6000" spc="600" dirty="0">
                <a:solidFill>
                  <a:schemeClr val="accent1"/>
                </a:solidFill>
                <a:latin typeface="思源宋体 Heavy" panose="02020900000000000000" pitchFamily="18" charset="-122"/>
                <a:ea typeface="思源宋体 Heavy" panose="02020900000000000000" pitchFamily="18" charset="-122"/>
                <a:cs typeface="+mn-ea"/>
                <a:sym typeface="思源黑体" panose="020B0500000000000000" pitchFamily="34" charset="-122"/>
              </a:rPr>
              <a:t>检索增强技术</a:t>
            </a:r>
            <a:r>
              <a:rPr lang="en-US" altLang="zh-CN" sz="6000" spc="600"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panose="020B0500000000000000" pitchFamily="34" charset="-122"/>
              </a:rPr>
              <a:t>(RAG)</a:t>
            </a:r>
            <a:endParaRPr lang="zh-CN" altLang="en-US" sz="6000" spc="600"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panose="020B0500000000000000" pitchFamily="34" charset="-122"/>
            </a:endParaRPr>
          </a:p>
        </p:txBody>
      </p:sp>
      <p:sp>
        <p:nvSpPr>
          <p:cNvPr id="6" name="任意多边形: 形状 17"/>
          <p:cNvSpPr/>
          <p:nvPr/>
        </p:nvSpPr>
        <p:spPr>
          <a:xfrm>
            <a:off x="6261100" y="0"/>
            <a:ext cx="5930900" cy="6894372"/>
          </a:xfrm>
          <a:custGeom>
            <a:avLst/>
            <a:gdLst>
              <a:gd name="connsiteX0" fmla="*/ 0 w 4934423"/>
              <a:gd name="connsiteY0" fmla="*/ 0 h 6858000"/>
              <a:gd name="connsiteX1" fmla="*/ 4934423 w 4934423"/>
              <a:gd name="connsiteY1" fmla="*/ 0 h 6858000"/>
              <a:gd name="connsiteX2" fmla="*/ 4934423 w 4934423"/>
              <a:gd name="connsiteY2" fmla="*/ 6858000 h 6858000"/>
              <a:gd name="connsiteX3" fmla="*/ 0 w 4934423"/>
              <a:gd name="connsiteY3" fmla="*/ 6858000 h 6858000"/>
              <a:gd name="connsiteX4" fmla="*/ 159373 w 4934423"/>
              <a:gd name="connsiteY4" fmla="*/ 6706052 h 6858000"/>
              <a:gd name="connsiteX5" fmla="*/ 1516772 w 4934423"/>
              <a:gd name="connsiteY5" fmla="*/ 3429000 h 6858000"/>
              <a:gd name="connsiteX6" fmla="*/ 159373 w 4934423"/>
              <a:gd name="connsiteY6" fmla="*/ 151948 h 6858000"/>
              <a:gd name="connsiteX7" fmla="*/ 0 w 4934423"/>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34423" h="6858000">
                <a:moveTo>
                  <a:pt x="0" y="0"/>
                </a:moveTo>
                <a:lnTo>
                  <a:pt x="4934423" y="0"/>
                </a:lnTo>
                <a:lnTo>
                  <a:pt x="4934423" y="6858000"/>
                </a:lnTo>
                <a:lnTo>
                  <a:pt x="0" y="6858000"/>
                </a:lnTo>
                <a:lnTo>
                  <a:pt x="159373" y="6706052"/>
                </a:lnTo>
                <a:cubicBezTo>
                  <a:pt x="998044" y="5867381"/>
                  <a:pt x="1516772" y="4708769"/>
                  <a:pt x="1516772" y="3429000"/>
                </a:cubicBezTo>
                <a:cubicBezTo>
                  <a:pt x="1516772" y="2149232"/>
                  <a:pt x="998044" y="990619"/>
                  <a:pt x="159373" y="151948"/>
                </a:cubicBezTo>
                <a:lnTo>
                  <a:pt x="0" y="0"/>
                </a:lnTo>
                <a:close/>
              </a:path>
            </a:pathLst>
          </a:custGeom>
          <a:gradFill flip="none" rotWithShape="1">
            <a:gsLst>
              <a:gs pos="0">
                <a:schemeClr val="accent1">
                  <a:alpha val="56000"/>
                </a:schemeClr>
              </a:gs>
              <a:gs pos="71000">
                <a:schemeClr val="accent1">
                  <a:alpha val="9500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iconfont-11208-5297042"/>
          <p:cNvSpPr/>
          <p:nvPr/>
        </p:nvSpPr>
        <p:spPr>
          <a:xfrm>
            <a:off x="240665" y="328295"/>
            <a:ext cx="546735" cy="364490"/>
          </a:xfrm>
          <a:custGeom>
            <a:avLst/>
            <a:gdLst>
              <a:gd name="T0" fmla="*/ 9997 w 9997"/>
              <a:gd name="T1" fmla="*/ 1668 h 6664"/>
              <a:gd name="T2" fmla="*/ 9902 w 9997"/>
              <a:gd name="T3" fmla="*/ 1803 h 6664"/>
              <a:gd name="T4" fmla="*/ 5041 w 9997"/>
              <a:gd name="T5" fmla="*/ 3331 h 6664"/>
              <a:gd name="T6" fmla="*/ 4997 w 9997"/>
              <a:gd name="T7" fmla="*/ 3336 h 6664"/>
              <a:gd name="T8" fmla="*/ 4953 w 9997"/>
              <a:gd name="T9" fmla="*/ 3331 h 6664"/>
              <a:gd name="T10" fmla="*/ 2123 w 9997"/>
              <a:gd name="T11" fmla="*/ 2436 h 6664"/>
              <a:gd name="T12" fmla="*/ 1816 w 9997"/>
              <a:gd name="T13" fmla="*/ 2919 h 6664"/>
              <a:gd name="T14" fmla="*/ 1668 w 9997"/>
              <a:gd name="T15" fmla="*/ 3694 h 6664"/>
              <a:gd name="T16" fmla="*/ 1941 w 9997"/>
              <a:gd name="T17" fmla="*/ 4167 h 6664"/>
              <a:gd name="T18" fmla="*/ 1690 w 9997"/>
              <a:gd name="T19" fmla="*/ 4631 h 6664"/>
              <a:gd name="T20" fmla="*/ 1941 w 9997"/>
              <a:gd name="T21" fmla="*/ 6509 h 6664"/>
              <a:gd name="T22" fmla="*/ 1906 w 9997"/>
              <a:gd name="T23" fmla="*/ 6617 h 6664"/>
              <a:gd name="T24" fmla="*/ 1802 w 9997"/>
              <a:gd name="T25" fmla="*/ 6664 h 6664"/>
              <a:gd name="T26" fmla="*/ 970 w 9997"/>
              <a:gd name="T27" fmla="*/ 6664 h 6664"/>
              <a:gd name="T28" fmla="*/ 866 w 9997"/>
              <a:gd name="T29" fmla="*/ 6617 h 6664"/>
              <a:gd name="T30" fmla="*/ 831 w 9997"/>
              <a:gd name="T31" fmla="*/ 6509 h 6664"/>
              <a:gd name="T32" fmla="*/ 1085 w 9997"/>
              <a:gd name="T33" fmla="*/ 4630 h 6664"/>
              <a:gd name="T34" fmla="*/ 833 w 9997"/>
              <a:gd name="T35" fmla="*/ 4167 h 6664"/>
              <a:gd name="T36" fmla="*/ 1116 w 9997"/>
              <a:gd name="T37" fmla="*/ 3685 h 6664"/>
              <a:gd name="T38" fmla="*/ 1542 w 9997"/>
              <a:gd name="T39" fmla="*/ 2253 h 6664"/>
              <a:gd name="T40" fmla="*/ 95 w 9997"/>
              <a:gd name="T41" fmla="*/ 1803 h 6664"/>
              <a:gd name="T42" fmla="*/ 0 w 9997"/>
              <a:gd name="T43" fmla="*/ 1668 h 6664"/>
              <a:gd name="T44" fmla="*/ 95 w 9997"/>
              <a:gd name="T45" fmla="*/ 1533 h 6664"/>
              <a:gd name="T46" fmla="*/ 4956 w 9997"/>
              <a:gd name="T47" fmla="*/ 5 h 6664"/>
              <a:gd name="T48" fmla="*/ 5000 w 9997"/>
              <a:gd name="T49" fmla="*/ 0 h 6664"/>
              <a:gd name="T50" fmla="*/ 5043 w 9997"/>
              <a:gd name="T51" fmla="*/ 5 h 6664"/>
              <a:gd name="T52" fmla="*/ 9902 w 9997"/>
              <a:gd name="T53" fmla="*/ 1533 h 6664"/>
              <a:gd name="T54" fmla="*/ 9997 w 9997"/>
              <a:gd name="T55" fmla="*/ 1668 h 6664"/>
              <a:gd name="T56" fmla="*/ 7697 w 9997"/>
              <a:gd name="T57" fmla="*/ 3074 h 6664"/>
              <a:gd name="T58" fmla="*/ 7776 w 9997"/>
              <a:gd name="T59" fmla="*/ 4446 h 6664"/>
              <a:gd name="T60" fmla="*/ 7420 w 9997"/>
              <a:gd name="T61" fmla="*/ 5002 h 6664"/>
              <a:gd name="T62" fmla="*/ 6399 w 9997"/>
              <a:gd name="T63" fmla="*/ 5408 h 6664"/>
              <a:gd name="T64" fmla="*/ 4998 w 9997"/>
              <a:gd name="T65" fmla="*/ 5558 h 6664"/>
              <a:gd name="T66" fmla="*/ 3597 w 9997"/>
              <a:gd name="T67" fmla="*/ 5408 h 6664"/>
              <a:gd name="T68" fmla="*/ 2577 w 9997"/>
              <a:gd name="T69" fmla="*/ 5002 h 6664"/>
              <a:gd name="T70" fmla="*/ 2221 w 9997"/>
              <a:gd name="T71" fmla="*/ 4446 h 6664"/>
              <a:gd name="T72" fmla="*/ 2299 w 9997"/>
              <a:gd name="T73" fmla="*/ 3074 h 6664"/>
              <a:gd name="T74" fmla="*/ 4791 w 9997"/>
              <a:gd name="T75" fmla="*/ 3861 h 6664"/>
              <a:gd name="T76" fmla="*/ 4999 w 9997"/>
              <a:gd name="T77" fmla="*/ 3891 h 6664"/>
              <a:gd name="T78" fmla="*/ 5208 w 9997"/>
              <a:gd name="T79" fmla="*/ 3861 h 6664"/>
              <a:gd name="T80" fmla="*/ 7697 w 9997"/>
              <a:gd name="T81" fmla="*/ 3074 h 6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97" h="6664">
                <a:moveTo>
                  <a:pt x="9997" y="1668"/>
                </a:moveTo>
                <a:cubicBezTo>
                  <a:pt x="9997" y="1734"/>
                  <a:pt x="9966" y="1779"/>
                  <a:pt x="9902" y="1803"/>
                </a:cubicBezTo>
                <a:lnTo>
                  <a:pt x="5041" y="3331"/>
                </a:lnTo>
                <a:cubicBezTo>
                  <a:pt x="5030" y="3334"/>
                  <a:pt x="5015" y="3336"/>
                  <a:pt x="4997" y="3336"/>
                </a:cubicBezTo>
                <a:cubicBezTo>
                  <a:pt x="4980" y="3336"/>
                  <a:pt x="4966" y="3334"/>
                  <a:pt x="4953" y="3331"/>
                </a:cubicBezTo>
                <a:lnTo>
                  <a:pt x="2123" y="2436"/>
                </a:lnTo>
                <a:cubicBezTo>
                  <a:pt x="2000" y="2534"/>
                  <a:pt x="1896" y="2696"/>
                  <a:pt x="1816" y="2919"/>
                </a:cubicBezTo>
                <a:cubicBezTo>
                  <a:pt x="1735" y="3143"/>
                  <a:pt x="1686" y="3402"/>
                  <a:pt x="1668" y="3694"/>
                </a:cubicBezTo>
                <a:cubicBezTo>
                  <a:pt x="1851" y="3798"/>
                  <a:pt x="1941" y="3957"/>
                  <a:pt x="1941" y="4167"/>
                </a:cubicBezTo>
                <a:cubicBezTo>
                  <a:pt x="1941" y="4367"/>
                  <a:pt x="1857" y="4522"/>
                  <a:pt x="1690" y="4631"/>
                </a:cubicBezTo>
                <a:lnTo>
                  <a:pt x="1941" y="6509"/>
                </a:lnTo>
                <a:cubicBezTo>
                  <a:pt x="1947" y="6549"/>
                  <a:pt x="1935" y="6586"/>
                  <a:pt x="1906" y="6617"/>
                </a:cubicBezTo>
                <a:cubicBezTo>
                  <a:pt x="1879" y="6648"/>
                  <a:pt x="1845" y="6664"/>
                  <a:pt x="1802" y="6664"/>
                </a:cubicBezTo>
                <a:lnTo>
                  <a:pt x="970" y="6664"/>
                </a:lnTo>
                <a:cubicBezTo>
                  <a:pt x="926" y="6664"/>
                  <a:pt x="891" y="6648"/>
                  <a:pt x="866" y="6617"/>
                </a:cubicBezTo>
                <a:cubicBezTo>
                  <a:pt x="837" y="6586"/>
                  <a:pt x="826" y="6549"/>
                  <a:pt x="831" y="6509"/>
                </a:cubicBezTo>
                <a:lnTo>
                  <a:pt x="1085" y="4630"/>
                </a:lnTo>
                <a:cubicBezTo>
                  <a:pt x="916" y="4521"/>
                  <a:pt x="833" y="4364"/>
                  <a:pt x="833" y="4167"/>
                </a:cubicBezTo>
                <a:cubicBezTo>
                  <a:pt x="833" y="3955"/>
                  <a:pt x="927" y="3794"/>
                  <a:pt x="1116" y="3685"/>
                </a:cubicBezTo>
                <a:cubicBezTo>
                  <a:pt x="1147" y="3085"/>
                  <a:pt x="1290" y="2609"/>
                  <a:pt x="1542" y="2253"/>
                </a:cubicBezTo>
                <a:lnTo>
                  <a:pt x="95" y="1803"/>
                </a:lnTo>
                <a:cubicBezTo>
                  <a:pt x="31" y="1779"/>
                  <a:pt x="0" y="1735"/>
                  <a:pt x="0" y="1668"/>
                </a:cubicBezTo>
                <a:cubicBezTo>
                  <a:pt x="0" y="1602"/>
                  <a:pt x="31" y="1557"/>
                  <a:pt x="95" y="1533"/>
                </a:cubicBezTo>
                <a:lnTo>
                  <a:pt x="4956" y="5"/>
                </a:lnTo>
                <a:cubicBezTo>
                  <a:pt x="4967" y="2"/>
                  <a:pt x="4982" y="0"/>
                  <a:pt x="5000" y="0"/>
                </a:cubicBezTo>
                <a:cubicBezTo>
                  <a:pt x="5017" y="0"/>
                  <a:pt x="5031" y="2"/>
                  <a:pt x="5043" y="5"/>
                </a:cubicBezTo>
                <a:lnTo>
                  <a:pt x="9902" y="1533"/>
                </a:lnTo>
                <a:cubicBezTo>
                  <a:pt x="9966" y="1557"/>
                  <a:pt x="9997" y="1602"/>
                  <a:pt x="9997" y="1668"/>
                </a:cubicBezTo>
                <a:close/>
                <a:moveTo>
                  <a:pt x="7697" y="3074"/>
                </a:moveTo>
                <a:lnTo>
                  <a:pt x="7776" y="4446"/>
                </a:lnTo>
                <a:cubicBezTo>
                  <a:pt x="7787" y="4646"/>
                  <a:pt x="7670" y="4830"/>
                  <a:pt x="7420" y="5002"/>
                </a:cubicBezTo>
                <a:cubicBezTo>
                  <a:pt x="7170" y="5172"/>
                  <a:pt x="6831" y="5307"/>
                  <a:pt x="6399" y="5408"/>
                </a:cubicBezTo>
                <a:cubicBezTo>
                  <a:pt x="5968" y="5508"/>
                  <a:pt x="5502" y="5558"/>
                  <a:pt x="4998" y="5558"/>
                </a:cubicBezTo>
                <a:cubicBezTo>
                  <a:pt x="4494" y="5558"/>
                  <a:pt x="4027" y="5508"/>
                  <a:pt x="3597" y="5408"/>
                </a:cubicBezTo>
                <a:cubicBezTo>
                  <a:pt x="3166" y="5308"/>
                  <a:pt x="2827" y="5174"/>
                  <a:pt x="2577" y="5002"/>
                </a:cubicBezTo>
                <a:cubicBezTo>
                  <a:pt x="2327" y="4832"/>
                  <a:pt x="2209" y="4646"/>
                  <a:pt x="2221" y="4446"/>
                </a:cubicBezTo>
                <a:lnTo>
                  <a:pt x="2299" y="3074"/>
                </a:lnTo>
                <a:lnTo>
                  <a:pt x="4791" y="3861"/>
                </a:lnTo>
                <a:cubicBezTo>
                  <a:pt x="4854" y="3882"/>
                  <a:pt x="4924" y="3891"/>
                  <a:pt x="4999" y="3891"/>
                </a:cubicBezTo>
                <a:cubicBezTo>
                  <a:pt x="5075" y="3891"/>
                  <a:pt x="5144" y="3882"/>
                  <a:pt x="5208" y="3861"/>
                </a:cubicBezTo>
                <a:lnTo>
                  <a:pt x="7697" y="307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1" name="直角三角形 20"/>
          <p:cNvSpPr/>
          <p:nvPr/>
        </p:nvSpPr>
        <p:spPr>
          <a:xfrm rot="5400000" flipH="1" flipV="1">
            <a:off x="1738791" y="-1413562"/>
            <a:ext cx="6821630" cy="9747817"/>
          </a:xfrm>
          <a:prstGeom prst="rtTriangle">
            <a:avLst/>
          </a:prstGeom>
          <a:gradFill>
            <a:gsLst>
              <a:gs pos="43000">
                <a:schemeClr val="tx2">
                  <a:lumMod val="20000"/>
                  <a:lumOff val="80000"/>
                  <a:alpha val="0"/>
                </a:schemeClr>
              </a:gs>
              <a:gs pos="100000">
                <a:schemeClr val="tx2">
                  <a:lumMod val="20000"/>
                  <a:lumOff val="80000"/>
                  <a:alpha val="4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7878008" y="4267893"/>
            <a:ext cx="3923593" cy="2783672"/>
            <a:chOff x="4659892" y="3664499"/>
            <a:chExt cx="3923593" cy="2783672"/>
          </a:xfrm>
          <a:solidFill>
            <a:schemeClr val="lt1">
              <a:alpha val="14000"/>
            </a:schemeClr>
          </a:solidFill>
        </p:grpSpPr>
        <p:sp>
          <p:nvSpPr>
            <p:cNvPr id="22" name="íṥḷíďe"/>
            <p:cNvSpPr/>
            <p:nvPr/>
          </p:nvSpPr>
          <p:spPr bwMode="auto">
            <a:xfrm>
              <a:off x="4659892" y="3664499"/>
              <a:ext cx="2119058" cy="2783672"/>
            </a:xfrm>
            <a:custGeom>
              <a:avLst/>
              <a:gdLst>
                <a:gd name="T0" fmla="*/ 28 w 321"/>
                <a:gd name="T1" fmla="*/ 93 h 333"/>
                <a:gd name="T2" fmla="*/ 99 w 321"/>
                <a:gd name="T3" fmla="*/ 68 h 333"/>
                <a:gd name="T4" fmla="*/ 108 w 321"/>
                <a:gd name="T5" fmla="*/ 34 h 333"/>
                <a:gd name="T6" fmla="*/ 298 w 321"/>
                <a:gd name="T7" fmla="*/ 303 h 333"/>
                <a:gd name="T8" fmla="*/ 0 w 321"/>
                <a:gd name="T9" fmla="*/ 333 h 333"/>
                <a:gd name="T10" fmla="*/ 181 w 321"/>
                <a:gd name="T11" fmla="*/ 68 h 333"/>
                <a:gd name="T12" fmla="*/ 193 w 321"/>
                <a:gd name="T13" fmla="*/ 50 h 333"/>
                <a:gd name="T14" fmla="*/ 181 w 321"/>
                <a:gd name="T15" fmla="*/ 92 h 333"/>
                <a:gd name="T16" fmla="*/ 193 w 321"/>
                <a:gd name="T17" fmla="*/ 106 h 333"/>
                <a:gd name="T18" fmla="*/ 181 w 321"/>
                <a:gd name="T19" fmla="*/ 92 h 333"/>
                <a:gd name="T20" fmla="*/ 187 w 321"/>
                <a:gd name="T21" fmla="*/ 87 h 333"/>
                <a:gd name="T22" fmla="*/ 187 w 321"/>
                <a:gd name="T23" fmla="*/ 71 h 333"/>
                <a:gd name="T24" fmla="*/ 205 w 321"/>
                <a:gd name="T25" fmla="*/ 64 h 333"/>
                <a:gd name="T26" fmla="*/ 217 w 321"/>
                <a:gd name="T27" fmla="*/ 46 h 333"/>
                <a:gd name="T28" fmla="*/ 205 w 321"/>
                <a:gd name="T29" fmla="*/ 89 h 333"/>
                <a:gd name="T30" fmla="*/ 217 w 321"/>
                <a:gd name="T31" fmla="*/ 103 h 333"/>
                <a:gd name="T32" fmla="*/ 205 w 321"/>
                <a:gd name="T33" fmla="*/ 89 h 333"/>
                <a:gd name="T34" fmla="*/ 211 w 321"/>
                <a:gd name="T35" fmla="*/ 83 h 333"/>
                <a:gd name="T36" fmla="*/ 211 w 321"/>
                <a:gd name="T37" fmla="*/ 67 h 333"/>
                <a:gd name="T38" fmla="*/ 57 w 321"/>
                <a:gd name="T39" fmla="*/ 127 h 333"/>
                <a:gd name="T40" fmla="*/ 69 w 321"/>
                <a:gd name="T41" fmla="*/ 109 h 333"/>
                <a:gd name="T42" fmla="*/ 57 w 321"/>
                <a:gd name="T43" fmla="*/ 190 h 333"/>
                <a:gd name="T44" fmla="*/ 69 w 321"/>
                <a:gd name="T45" fmla="*/ 205 h 333"/>
                <a:gd name="T46" fmla="*/ 57 w 321"/>
                <a:gd name="T47" fmla="*/ 190 h 333"/>
                <a:gd name="T48" fmla="*/ 63 w 321"/>
                <a:gd name="T49" fmla="*/ 185 h 333"/>
                <a:gd name="T50" fmla="*/ 63 w 321"/>
                <a:gd name="T51" fmla="*/ 169 h 333"/>
                <a:gd name="T52" fmla="*/ 57 w 321"/>
                <a:gd name="T53" fmla="*/ 166 h 333"/>
                <a:gd name="T54" fmla="*/ 69 w 321"/>
                <a:gd name="T55" fmla="*/ 149 h 333"/>
                <a:gd name="T56" fmla="*/ 57 w 321"/>
                <a:gd name="T57" fmla="*/ 131 h 333"/>
                <a:gd name="T58" fmla="*/ 69 w 321"/>
                <a:gd name="T59" fmla="*/ 144 h 333"/>
                <a:gd name="T60" fmla="*/ 57 w 321"/>
                <a:gd name="T61" fmla="*/ 131 h 333"/>
                <a:gd name="T62" fmla="*/ 145 w 321"/>
                <a:gd name="T63" fmla="*/ 184 h 333"/>
                <a:gd name="T64" fmla="*/ 145 w 321"/>
                <a:gd name="T65" fmla="*/ 162 h 333"/>
                <a:gd name="T66" fmla="*/ 137 w 321"/>
                <a:gd name="T67" fmla="*/ 294 h 333"/>
                <a:gd name="T68" fmla="*/ 154 w 321"/>
                <a:gd name="T69" fmla="*/ 272 h 333"/>
                <a:gd name="T70" fmla="*/ 137 w 321"/>
                <a:gd name="T71" fmla="*/ 245 h 333"/>
                <a:gd name="T72" fmla="*/ 154 w 321"/>
                <a:gd name="T73" fmla="*/ 265 h 333"/>
                <a:gd name="T74" fmla="*/ 137 w 321"/>
                <a:gd name="T75" fmla="*/ 245 h 333"/>
                <a:gd name="T76" fmla="*/ 145 w 321"/>
                <a:gd name="T77" fmla="*/ 239 h 333"/>
                <a:gd name="T78" fmla="*/ 145 w 321"/>
                <a:gd name="T79" fmla="*/ 217 h 333"/>
                <a:gd name="T80" fmla="*/ 137 w 321"/>
                <a:gd name="T81" fmla="*/ 212 h 333"/>
                <a:gd name="T82" fmla="*/ 154 w 321"/>
                <a:gd name="T83" fmla="*/ 188 h 333"/>
                <a:gd name="T84" fmla="*/ 111 w 321"/>
                <a:gd name="T85" fmla="*/ 169 h 333"/>
                <a:gd name="T86" fmla="*/ 127 w 321"/>
                <a:gd name="T87" fmla="*/ 186 h 333"/>
                <a:gd name="T88" fmla="*/ 111 w 321"/>
                <a:gd name="T89" fmla="*/ 169 h 333"/>
                <a:gd name="T90" fmla="*/ 119 w 321"/>
                <a:gd name="T91" fmla="*/ 294 h 333"/>
                <a:gd name="T92" fmla="*/ 119 w 321"/>
                <a:gd name="T93" fmla="*/ 273 h 333"/>
                <a:gd name="T94" fmla="*/ 111 w 321"/>
                <a:gd name="T95" fmla="*/ 267 h 333"/>
                <a:gd name="T96" fmla="*/ 127 w 321"/>
                <a:gd name="T97" fmla="*/ 246 h 333"/>
                <a:gd name="T98" fmla="*/ 111 w 321"/>
                <a:gd name="T99" fmla="*/ 221 h 333"/>
                <a:gd name="T100" fmla="*/ 127 w 321"/>
                <a:gd name="T101" fmla="*/ 240 h 333"/>
                <a:gd name="T102" fmla="*/ 111 w 321"/>
                <a:gd name="T103" fmla="*/ 221 h 333"/>
                <a:gd name="T104" fmla="*/ 119 w 321"/>
                <a:gd name="T105" fmla="*/ 214 h 333"/>
                <a:gd name="T106" fmla="*/ 119 w 321"/>
                <a:gd name="T107" fmla="*/ 193 h 333"/>
                <a:gd name="T108" fmla="*/ 127 w 321"/>
                <a:gd name="T109" fmla="*/ 62 h 333"/>
                <a:gd name="T110" fmla="*/ 171 w 321"/>
                <a:gd name="T111" fmla="*/ 117 h 333"/>
                <a:gd name="T112" fmla="*/ 224 w 321"/>
                <a:gd name="T113" fmla="*/ 134 h 333"/>
                <a:gd name="T114" fmla="*/ 239 w 321"/>
                <a:gd name="T115" fmla="*/ 28 h 333"/>
                <a:gd name="T116" fmla="*/ 51 w 321"/>
                <a:gd name="T117" fmla="*/ 303 h 333"/>
                <a:gd name="T118" fmla="*/ 118 w 321"/>
                <a:gd name="T119" fmla="*/ 129 h 333"/>
                <a:gd name="T120" fmla="*/ 51 w 321"/>
                <a:gd name="T121" fmla="*/ 303 h 333"/>
                <a:gd name="T122" fmla="*/ 166 w 321"/>
                <a:gd name="T123" fmla="*/ 14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1" h="333">
                  <a:moveTo>
                    <a:pt x="0" y="303"/>
                  </a:moveTo>
                  <a:cubicBezTo>
                    <a:pt x="28" y="303"/>
                    <a:pt x="28" y="303"/>
                    <a:pt x="28" y="303"/>
                  </a:cubicBezTo>
                  <a:cubicBezTo>
                    <a:pt x="28" y="93"/>
                    <a:pt x="28" y="93"/>
                    <a:pt x="28" y="93"/>
                  </a:cubicBezTo>
                  <a:cubicBezTo>
                    <a:pt x="28" y="84"/>
                    <a:pt x="28" y="84"/>
                    <a:pt x="28" y="84"/>
                  </a:cubicBezTo>
                  <a:cubicBezTo>
                    <a:pt x="37" y="82"/>
                    <a:pt x="37" y="82"/>
                    <a:pt x="37" y="82"/>
                  </a:cubicBezTo>
                  <a:cubicBezTo>
                    <a:pt x="99" y="68"/>
                    <a:pt x="99" y="68"/>
                    <a:pt x="99" y="68"/>
                  </a:cubicBezTo>
                  <a:cubicBezTo>
                    <a:pt x="99" y="45"/>
                    <a:pt x="99" y="45"/>
                    <a:pt x="99" y="45"/>
                  </a:cubicBezTo>
                  <a:cubicBezTo>
                    <a:pt x="99" y="36"/>
                    <a:pt x="99" y="36"/>
                    <a:pt x="99" y="36"/>
                  </a:cubicBezTo>
                  <a:cubicBezTo>
                    <a:pt x="108" y="34"/>
                    <a:pt x="108" y="34"/>
                    <a:pt x="108" y="34"/>
                  </a:cubicBezTo>
                  <a:cubicBezTo>
                    <a:pt x="262" y="0"/>
                    <a:pt x="262" y="0"/>
                    <a:pt x="262" y="0"/>
                  </a:cubicBezTo>
                  <a:cubicBezTo>
                    <a:pt x="298" y="35"/>
                    <a:pt x="298" y="35"/>
                    <a:pt x="298" y="35"/>
                  </a:cubicBezTo>
                  <a:cubicBezTo>
                    <a:pt x="298" y="303"/>
                    <a:pt x="298" y="303"/>
                    <a:pt x="298" y="303"/>
                  </a:cubicBezTo>
                  <a:cubicBezTo>
                    <a:pt x="321" y="303"/>
                    <a:pt x="321" y="303"/>
                    <a:pt x="321" y="303"/>
                  </a:cubicBezTo>
                  <a:cubicBezTo>
                    <a:pt x="321" y="333"/>
                    <a:pt x="321" y="333"/>
                    <a:pt x="321" y="333"/>
                  </a:cubicBezTo>
                  <a:cubicBezTo>
                    <a:pt x="0" y="333"/>
                    <a:pt x="0" y="333"/>
                    <a:pt x="0" y="333"/>
                  </a:cubicBezTo>
                  <a:cubicBezTo>
                    <a:pt x="0" y="303"/>
                    <a:pt x="0" y="303"/>
                    <a:pt x="0" y="303"/>
                  </a:cubicBezTo>
                  <a:close/>
                  <a:moveTo>
                    <a:pt x="181" y="53"/>
                  </a:moveTo>
                  <a:cubicBezTo>
                    <a:pt x="181" y="58"/>
                    <a:pt x="181" y="63"/>
                    <a:pt x="181" y="68"/>
                  </a:cubicBezTo>
                  <a:cubicBezTo>
                    <a:pt x="183" y="68"/>
                    <a:pt x="185" y="67"/>
                    <a:pt x="187" y="67"/>
                  </a:cubicBezTo>
                  <a:cubicBezTo>
                    <a:pt x="189" y="67"/>
                    <a:pt x="191" y="66"/>
                    <a:pt x="193" y="66"/>
                  </a:cubicBezTo>
                  <a:cubicBezTo>
                    <a:pt x="193" y="61"/>
                    <a:pt x="193" y="55"/>
                    <a:pt x="193" y="50"/>
                  </a:cubicBezTo>
                  <a:cubicBezTo>
                    <a:pt x="191" y="51"/>
                    <a:pt x="189" y="51"/>
                    <a:pt x="187" y="52"/>
                  </a:cubicBezTo>
                  <a:cubicBezTo>
                    <a:pt x="185" y="52"/>
                    <a:pt x="183" y="53"/>
                    <a:pt x="181" y="53"/>
                  </a:cubicBezTo>
                  <a:close/>
                  <a:moveTo>
                    <a:pt x="181" y="92"/>
                  </a:moveTo>
                  <a:cubicBezTo>
                    <a:pt x="181" y="97"/>
                    <a:pt x="181" y="102"/>
                    <a:pt x="181" y="107"/>
                  </a:cubicBezTo>
                  <a:cubicBezTo>
                    <a:pt x="183" y="107"/>
                    <a:pt x="185" y="107"/>
                    <a:pt x="187" y="106"/>
                  </a:cubicBezTo>
                  <a:cubicBezTo>
                    <a:pt x="189" y="106"/>
                    <a:pt x="191" y="106"/>
                    <a:pt x="193" y="106"/>
                  </a:cubicBezTo>
                  <a:cubicBezTo>
                    <a:pt x="193" y="101"/>
                    <a:pt x="193" y="95"/>
                    <a:pt x="193" y="90"/>
                  </a:cubicBezTo>
                  <a:cubicBezTo>
                    <a:pt x="191" y="91"/>
                    <a:pt x="189" y="91"/>
                    <a:pt x="187" y="91"/>
                  </a:cubicBezTo>
                  <a:cubicBezTo>
                    <a:pt x="185" y="91"/>
                    <a:pt x="183" y="92"/>
                    <a:pt x="181" y="92"/>
                  </a:cubicBezTo>
                  <a:close/>
                  <a:moveTo>
                    <a:pt x="181" y="72"/>
                  </a:moveTo>
                  <a:cubicBezTo>
                    <a:pt x="181" y="77"/>
                    <a:pt x="181" y="83"/>
                    <a:pt x="181" y="88"/>
                  </a:cubicBezTo>
                  <a:cubicBezTo>
                    <a:pt x="183" y="87"/>
                    <a:pt x="185" y="87"/>
                    <a:pt x="187" y="87"/>
                  </a:cubicBezTo>
                  <a:cubicBezTo>
                    <a:pt x="189" y="86"/>
                    <a:pt x="191" y="86"/>
                    <a:pt x="193" y="86"/>
                  </a:cubicBezTo>
                  <a:cubicBezTo>
                    <a:pt x="193" y="80"/>
                    <a:pt x="193" y="75"/>
                    <a:pt x="193" y="70"/>
                  </a:cubicBezTo>
                  <a:cubicBezTo>
                    <a:pt x="191" y="71"/>
                    <a:pt x="189" y="71"/>
                    <a:pt x="187" y="71"/>
                  </a:cubicBezTo>
                  <a:cubicBezTo>
                    <a:pt x="185" y="72"/>
                    <a:pt x="183" y="72"/>
                    <a:pt x="181" y="72"/>
                  </a:cubicBezTo>
                  <a:close/>
                  <a:moveTo>
                    <a:pt x="205" y="49"/>
                  </a:moveTo>
                  <a:cubicBezTo>
                    <a:pt x="205" y="54"/>
                    <a:pt x="205" y="59"/>
                    <a:pt x="205" y="64"/>
                  </a:cubicBezTo>
                  <a:cubicBezTo>
                    <a:pt x="207" y="64"/>
                    <a:pt x="209" y="63"/>
                    <a:pt x="211" y="63"/>
                  </a:cubicBezTo>
                  <a:cubicBezTo>
                    <a:pt x="213" y="63"/>
                    <a:pt x="215" y="62"/>
                    <a:pt x="217" y="62"/>
                  </a:cubicBezTo>
                  <a:cubicBezTo>
                    <a:pt x="217" y="56"/>
                    <a:pt x="217" y="51"/>
                    <a:pt x="217" y="46"/>
                  </a:cubicBezTo>
                  <a:cubicBezTo>
                    <a:pt x="215" y="46"/>
                    <a:pt x="213" y="47"/>
                    <a:pt x="211" y="47"/>
                  </a:cubicBezTo>
                  <a:cubicBezTo>
                    <a:pt x="209" y="48"/>
                    <a:pt x="207" y="48"/>
                    <a:pt x="205" y="49"/>
                  </a:cubicBezTo>
                  <a:close/>
                  <a:moveTo>
                    <a:pt x="205" y="89"/>
                  </a:moveTo>
                  <a:cubicBezTo>
                    <a:pt x="205" y="94"/>
                    <a:pt x="205" y="99"/>
                    <a:pt x="205" y="104"/>
                  </a:cubicBezTo>
                  <a:cubicBezTo>
                    <a:pt x="207" y="104"/>
                    <a:pt x="209" y="104"/>
                    <a:pt x="211" y="104"/>
                  </a:cubicBezTo>
                  <a:cubicBezTo>
                    <a:pt x="213" y="104"/>
                    <a:pt x="215" y="103"/>
                    <a:pt x="217" y="103"/>
                  </a:cubicBezTo>
                  <a:cubicBezTo>
                    <a:pt x="217" y="98"/>
                    <a:pt x="217" y="92"/>
                    <a:pt x="217" y="87"/>
                  </a:cubicBezTo>
                  <a:cubicBezTo>
                    <a:pt x="215" y="87"/>
                    <a:pt x="213" y="88"/>
                    <a:pt x="211" y="88"/>
                  </a:cubicBezTo>
                  <a:cubicBezTo>
                    <a:pt x="209" y="88"/>
                    <a:pt x="207" y="89"/>
                    <a:pt x="205" y="89"/>
                  </a:cubicBezTo>
                  <a:close/>
                  <a:moveTo>
                    <a:pt x="205" y="69"/>
                  </a:moveTo>
                  <a:cubicBezTo>
                    <a:pt x="205" y="74"/>
                    <a:pt x="205" y="79"/>
                    <a:pt x="205" y="84"/>
                  </a:cubicBezTo>
                  <a:cubicBezTo>
                    <a:pt x="207" y="84"/>
                    <a:pt x="209" y="84"/>
                    <a:pt x="211" y="83"/>
                  </a:cubicBezTo>
                  <a:cubicBezTo>
                    <a:pt x="213" y="83"/>
                    <a:pt x="215" y="83"/>
                    <a:pt x="217" y="82"/>
                  </a:cubicBezTo>
                  <a:cubicBezTo>
                    <a:pt x="217" y="77"/>
                    <a:pt x="217" y="72"/>
                    <a:pt x="217" y="66"/>
                  </a:cubicBezTo>
                  <a:cubicBezTo>
                    <a:pt x="215" y="67"/>
                    <a:pt x="213" y="67"/>
                    <a:pt x="211" y="67"/>
                  </a:cubicBezTo>
                  <a:cubicBezTo>
                    <a:pt x="209" y="68"/>
                    <a:pt x="207" y="68"/>
                    <a:pt x="205" y="69"/>
                  </a:cubicBezTo>
                  <a:close/>
                  <a:moveTo>
                    <a:pt x="57" y="112"/>
                  </a:moveTo>
                  <a:cubicBezTo>
                    <a:pt x="57" y="117"/>
                    <a:pt x="57" y="122"/>
                    <a:pt x="57" y="127"/>
                  </a:cubicBezTo>
                  <a:cubicBezTo>
                    <a:pt x="59" y="126"/>
                    <a:pt x="61" y="126"/>
                    <a:pt x="63" y="126"/>
                  </a:cubicBezTo>
                  <a:cubicBezTo>
                    <a:pt x="65" y="125"/>
                    <a:pt x="67" y="125"/>
                    <a:pt x="69" y="124"/>
                  </a:cubicBezTo>
                  <a:cubicBezTo>
                    <a:pt x="69" y="119"/>
                    <a:pt x="69" y="114"/>
                    <a:pt x="69" y="109"/>
                  </a:cubicBezTo>
                  <a:cubicBezTo>
                    <a:pt x="67" y="109"/>
                    <a:pt x="65" y="110"/>
                    <a:pt x="63" y="110"/>
                  </a:cubicBezTo>
                  <a:cubicBezTo>
                    <a:pt x="61" y="111"/>
                    <a:pt x="59" y="111"/>
                    <a:pt x="57" y="112"/>
                  </a:cubicBezTo>
                  <a:close/>
                  <a:moveTo>
                    <a:pt x="57" y="190"/>
                  </a:moveTo>
                  <a:cubicBezTo>
                    <a:pt x="57" y="195"/>
                    <a:pt x="57" y="200"/>
                    <a:pt x="57" y="205"/>
                  </a:cubicBezTo>
                  <a:cubicBezTo>
                    <a:pt x="59" y="205"/>
                    <a:pt x="61" y="205"/>
                    <a:pt x="63" y="205"/>
                  </a:cubicBezTo>
                  <a:cubicBezTo>
                    <a:pt x="65" y="205"/>
                    <a:pt x="67" y="205"/>
                    <a:pt x="69" y="205"/>
                  </a:cubicBezTo>
                  <a:cubicBezTo>
                    <a:pt x="69" y="199"/>
                    <a:pt x="69" y="194"/>
                    <a:pt x="69" y="189"/>
                  </a:cubicBezTo>
                  <a:cubicBezTo>
                    <a:pt x="67" y="189"/>
                    <a:pt x="65" y="189"/>
                    <a:pt x="63" y="189"/>
                  </a:cubicBezTo>
                  <a:cubicBezTo>
                    <a:pt x="61" y="189"/>
                    <a:pt x="59" y="189"/>
                    <a:pt x="57" y="190"/>
                  </a:cubicBezTo>
                  <a:close/>
                  <a:moveTo>
                    <a:pt x="57" y="170"/>
                  </a:moveTo>
                  <a:cubicBezTo>
                    <a:pt x="57" y="175"/>
                    <a:pt x="57" y="180"/>
                    <a:pt x="57" y="185"/>
                  </a:cubicBezTo>
                  <a:cubicBezTo>
                    <a:pt x="59" y="185"/>
                    <a:pt x="61" y="185"/>
                    <a:pt x="63" y="185"/>
                  </a:cubicBezTo>
                  <a:cubicBezTo>
                    <a:pt x="65" y="184"/>
                    <a:pt x="67" y="184"/>
                    <a:pt x="69" y="184"/>
                  </a:cubicBezTo>
                  <a:cubicBezTo>
                    <a:pt x="69" y="179"/>
                    <a:pt x="69" y="174"/>
                    <a:pt x="69" y="169"/>
                  </a:cubicBezTo>
                  <a:cubicBezTo>
                    <a:pt x="67" y="169"/>
                    <a:pt x="65" y="169"/>
                    <a:pt x="63" y="169"/>
                  </a:cubicBezTo>
                  <a:cubicBezTo>
                    <a:pt x="61" y="169"/>
                    <a:pt x="59" y="170"/>
                    <a:pt x="57" y="170"/>
                  </a:cubicBezTo>
                  <a:close/>
                  <a:moveTo>
                    <a:pt x="57" y="150"/>
                  </a:moveTo>
                  <a:cubicBezTo>
                    <a:pt x="57" y="155"/>
                    <a:pt x="57" y="161"/>
                    <a:pt x="57" y="166"/>
                  </a:cubicBezTo>
                  <a:cubicBezTo>
                    <a:pt x="59" y="165"/>
                    <a:pt x="61" y="165"/>
                    <a:pt x="63" y="165"/>
                  </a:cubicBezTo>
                  <a:cubicBezTo>
                    <a:pt x="65" y="165"/>
                    <a:pt x="67" y="165"/>
                    <a:pt x="69" y="164"/>
                  </a:cubicBezTo>
                  <a:cubicBezTo>
                    <a:pt x="69" y="159"/>
                    <a:pt x="69" y="154"/>
                    <a:pt x="69" y="149"/>
                  </a:cubicBezTo>
                  <a:cubicBezTo>
                    <a:pt x="67" y="149"/>
                    <a:pt x="65" y="149"/>
                    <a:pt x="63" y="150"/>
                  </a:cubicBezTo>
                  <a:cubicBezTo>
                    <a:pt x="61" y="150"/>
                    <a:pt x="59" y="150"/>
                    <a:pt x="57" y="150"/>
                  </a:cubicBezTo>
                  <a:close/>
                  <a:moveTo>
                    <a:pt x="57" y="131"/>
                  </a:moveTo>
                  <a:cubicBezTo>
                    <a:pt x="57" y="136"/>
                    <a:pt x="57" y="141"/>
                    <a:pt x="57" y="146"/>
                  </a:cubicBezTo>
                  <a:cubicBezTo>
                    <a:pt x="59" y="146"/>
                    <a:pt x="61" y="145"/>
                    <a:pt x="63" y="145"/>
                  </a:cubicBezTo>
                  <a:cubicBezTo>
                    <a:pt x="65" y="145"/>
                    <a:pt x="67" y="144"/>
                    <a:pt x="69" y="144"/>
                  </a:cubicBezTo>
                  <a:cubicBezTo>
                    <a:pt x="69" y="139"/>
                    <a:pt x="69" y="134"/>
                    <a:pt x="69" y="129"/>
                  </a:cubicBezTo>
                  <a:cubicBezTo>
                    <a:pt x="67" y="129"/>
                    <a:pt x="65" y="129"/>
                    <a:pt x="63" y="130"/>
                  </a:cubicBezTo>
                  <a:cubicBezTo>
                    <a:pt x="61" y="130"/>
                    <a:pt x="59" y="131"/>
                    <a:pt x="57" y="131"/>
                  </a:cubicBezTo>
                  <a:close/>
                  <a:moveTo>
                    <a:pt x="137" y="164"/>
                  </a:moveTo>
                  <a:cubicBezTo>
                    <a:pt x="137" y="171"/>
                    <a:pt x="137" y="178"/>
                    <a:pt x="137" y="185"/>
                  </a:cubicBezTo>
                  <a:cubicBezTo>
                    <a:pt x="140" y="185"/>
                    <a:pt x="143" y="184"/>
                    <a:pt x="145" y="184"/>
                  </a:cubicBezTo>
                  <a:cubicBezTo>
                    <a:pt x="148" y="183"/>
                    <a:pt x="151" y="182"/>
                    <a:pt x="154" y="182"/>
                  </a:cubicBezTo>
                  <a:cubicBezTo>
                    <a:pt x="154" y="175"/>
                    <a:pt x="154" y="167"/>
                    <a:pt x="154" y="160"/>
                  </a:cubicBezTo>
                  <a:cubicBezTo>
                    <a:pt x="151" y="161"/>
                    <a:pt x="148" y="162"/>
                    <a:pt x="145" y="162"/>
                  </a:cubicBezTo>
                  <a:cubicBezTo>
                    <a:pt x="143" y="163"/>
                    <a:pt x="140" y="164"/>
                    <a:pt x="137" y="164"/>
                  </a:cubicBezTo>
                  <a:close/>
                  <a:moveTo>
                    <a:pt x="137" y="273"/>
                  </a:moveTo>
                  <a:cubicBezTo>
                    <a:pt x="137" y="280"/>
                    <a:pt x="137" y="287"/>
                    <a:pt x="137" y="294"/>
                  </a:cubicBezTo>
                  <a:cubicBezTo>
                    <a:pt x="140" y="294"/>
                    <a:pt x="143" y="294"/>
                    <a:pt x="145" y="294"/>
                  </a:cubicBezTo>
                  <a:cubicBezTo>
                    <a:pt x="148" y="294"/>
                    <a:pt x="151" y="294"/>
                    <a:pt x="154" y="294"/>
                  </a:cubicBezTo>
                  <a:cubicBezTo>
                    <a:pt x="154" y="287"/>
                    <a:pt x="154" y="279"/>
                    <a:pt x="154" y="272"/>
                  </a:cubicBezTo>
                  <a:cubicBezTo>
                    <a:pt x="151" y="272"/>
                    <a:pt x="148" y="272"/>
                    <a:pt x="145" y="273"/>
                  </a:cubicBezTo>
                  <a:cubicBezTo>
                    <a:pt x="143" y="273"/>
                    <a:pt x="140" y="273"/>
                    <a:pt x="137" y="273"/>
                  </a:cubicBezTo>
                  <a:close/>
                  <a:moveTo>
                    <a:pt x="137" y="245"/>
                  </a:moveTo>
                  <a:cubicBezTo>
                    <a:pt x="137" y="252"/>
                    <a:pt x="137" y="259"/>
                    <a:pt x="137" y="266"/>
                  </a:cubicBezTo>
                  <a:cubicBezTo>
                    <a:pt x="140" y="266"/>
                    <a:pt x="143" y="266"/>
                    <a:pt x="145" y="266"/>
                  </a:cubicBezTo>
                  <a:cubicBezTo>
                    <a:pt x="148" y="266"/>
                    <a:pt x="151" y="266"/>
                    <a:pt x="154" y="265"/>
                  </a:cubicBezTo>
                  <a:cubicBezTo>
                    <a:pt x="154" y="258"/>
                    <a:pt x="154" y="251"/>
                    <a:pt x="154" y="244"/>
                  </a:cubicBezTo>
                  <a:cubicBezTo>
                    <a:pt x="151" y="244"/>
                    <a:pt x="148" y="244"/>
                    <a:pt x="145" y="245"/>
                  </a:cubicBezTo>
                  <a:cubicBezTo>
                    <a:pt x="143" y="245"/>
                    <a:pt x="140" y="245"/>
                    <a:pt x="137" y="245"/>
                  </a:cubicBezTo>
                  <a:close/>
                  <a:moveTo>
                    <a:pt x="137" y="218"/>
                  </a:moveTo>
                  <a:cubicBezTo>
                    <a:pt x="137" y="225"/>
                    <a:pt x="137" y="232"/>
                    <a:pt x="137" y="239"/>
                  </a:cubicBezTo>
                  <a:cubicBezTo>
                    <a:pt x="140" y="239"/>
                    <a:pt x="143" y="239"/>
                    <a:pt x="145" y="239"/>
                  </a:cubicBezTo>
                  <a:cubicBezTo>
                    <a:pt x="148" y="238"/>
                    <a:pt x="151" y="238"/>
                    <a:pt x="154" y="238"/>
                  </a:cubicBezTo>
                  <a:cubicBezTo>
                    <a:pt x="154" y="230"/>
                    <a:pt x="154" y="223"/>
                    <a:pt x="154" y="216"/>
                  </a:cubicBezTo>
                  <a:cubicBezTo>
                    <a:pt x="151" y="216"/>
                    <a:pt x="148" y="217"/>
                    <a:pt x="145" y="217"/>
                  </a:cubicBezTo>
                  <a:cubicBezTo>
                    <a:pt x="143" y="218"/>
                    <a:pt x="140" y="218"/>
                    <a:pt x="137" y="218"/>
                  </a:cubicBezTo>
                  <a:close/>
                  <a:moveTo>
                    <a:pt x="137" y="191"/>
                  </a:moveTo>
                  <a:cubicBezTo>
                    <a:pt x="137" y="198"/>
                    <a:pt x="137" y="205"/>
                    <a:pt x="137" y="212"/>
                  </a:cubicBezTo>
                  <a:cubicBezTo>
                    <a:pt x="140" y="212"/>
                    <a:pt x="143" y="211"/>
                    <a:pt x="145" y="211"/>
                  </a:cubicBezTo>
                  <a:cubicBezTo>
                    <a:pt x="148" y="210"/>
                    <a:pt x="151" y="210"/>
                    <a:pt x="154" y="210"/>
                  </a:cubicBezTo>
                  <a:cubicBezTo>
                    <a:pt x="154" y="202"/>
                    <a:pt x="154" y="195"/>
                    <a:pt x="154" y="188"/>
                  </a:cubicBezTo>
                  <a:cubicBezTo>
                    <a:pt x="151" y="188"/>
                    <a:pt x="148" y="189"/>
                    <a:pt x="145" y="190"/>
                  </a:cubicBezTo>
                  <a:cubicBezTo>
                    <a:pt x="143" y="190"/>
                    <a:pt x="140" y="191"/>
                    <a:pt x="137" y="191"/>
                  </a:cubicBezTo>
                  <a:close/>
                  <a:moveTo>
                    <a:pt x="111" y="169"/>
                  </a:moveTo>
                  <a:cubicBezTo>
                    <a:pt x="111" y="176"/>
                    <a:pt x="111" y="183"/>
                    <a:pt x="111" y="189"/>
                  </a:cubicBezTo>
                  <a:cubicBezTo>
                    <a:pt x="113" y="189"/>
                    <a:pt x="116" y="188"/>
                    <a:pt x="119" y="188"/>
                  </a:cubicBezTo>
                  <a:cubicBezTo>
                    <a:pt x="121" y="187"/>
                    <a:pt x="124" y="187"/>
                    <a:pt x="127" y="186"/>
                  </a:cubicBezTo>
                  <a:cubicBezTo>
                    <a:pt x="127" y="179"/>
                    <a:pt x="127" y="172"/>
                    <a:pt x="127" y="165"/>
                  </a:cubicBezTo>
                  <a:cubicBezTo>
                    <a:pt x="124" y="166"/>
                    <a:pt x="121" y="166"/>
                    <a:pt x="119" y="167"/>
                  </a:cubicBezTo>
                  <a:cubicBezTo>
                    <a:pt x="116" y="168"/>
                    <a:pt x="113" y="168"/>
                    <a:pt x="111" y="169"/>
                  </a:cubicBezTo>
                  <a:close/>
                  <a:moveTo>
                    <a:pt x="111" y="274"/>
                  </a:moveTo>
                  <a:cubicBezTo>
                    <a:pt x="111" y="280"/>
                    <a:pt x="111" y="287"/>
                    <a:pt x="111" y="294"/>
                  </a:cubicBezTo>
                  <a:cubicBezTo>
                    <a:pt x="113" y="294"/>
                    <a:pt x="116" y="294"/>
                    <a:pt x="119" y="294"/>
                  </a:cubicBezTo>
                  <a:cubicBezTo>
                    <a:pt x="121" y="294"/>
                    <a:pt x="124" y="294"/>
                    <a:pt x="127" y="294"/>
                  </a:cubicBezTo>
                  <a:cubicBezTo>
                    <a:pt x="127" y="287"/>
                    <a:pt x="127" y="280"/>
                    <a:pt x="127" y="273"/>
                  </a:cubicBezTo>
                  <a:cubicBezTo>
                    <a:pt x="124" y="273"/>
                    <a:pt x="121" y="273"/>
                    <a:pt x="119" y="273"/>
                  </a:cubicBezTo>
                  <a:cubicBezTo>
                    <a:pt x="116" y="273"/>
                    <a:pt x="113" y="273"/>
                    <a:pt x="111" y="274"/>
                  </a:cubicBezTo>
                  <a:close/>
                  <a:moveTo>
                    <a:pt x="111" y="247"/>
                  </a:moveTo>
                  <a:cubicBezTo>
                    <a:pt x="111" y="254"/>
                    <a:pt x="111" y="260"/>
                    <a:pt x="111" y="267"/>
                  </a:cubicBezTo>
                  <a:cubicBezTo>
                    <a:pt x="113" y="267"/>
                    <a:pt x="116" y="267"/>
                    <a:pt x="119" y="267"/>
                  </a:cubicBezTo>
                  <a:cubicBezTo>
                    <a:pt x="121" y="267"/>
                    <a:pt x="124" y="266"/>
                    <a:pt x="127" y="266"/>
                  </a:cubicBezTo>
                  <a:cubicBezTo>
                    <a:pt x="127" y="259"/>
                    <a:pt x="127" y="252"/>
                    <a:pt x="127" y="246"/>
                  </a:cubicBezTo>
                  <a:cubicBezTo>
                    <a:pt x="124" y="246"/>
                    <a:pt x="121" y="246"/>
                    <a:pt x="119" y="246"/>
                  </a:cubicBezTo>
                  <a:cubicBezTo>
                    <a:pt x="116" y="246"/>
                    <a:pt x="113" y="247"/>
                    <a:pt x="111" y="247"/>
                  </a:cubicBezTo>
                  <a:close/>
                  <a:moveTo>
                    <a:pt x="111" y="221"/>
                  </a:moveTo>
                  <a:cubicBezTo>
                    <a:pt x="111" y="228"/>
                    <a:pt x="111" y="235"/>
                    <a:pt x="111" y="241"/>
                  </a:cubicBezTo>
                  <a:cubicBezTo>
                    <a:pt x="113" y="241"/>
                    <a:pt x="116" y="241"/>
                    <a:pt x="119" y="241"/>
                  </a:cubicBezTo>
                  <a:cubicBezTo>
                    <a:pt x="121" y="240"/>
                    <a:pt x="124" y="240"/>
                    <a:pt x="127" y="240"/>
                  </a:cubicBezTo>
                  <a:cubicBezTo>
                    <a:pt x="127" y="233"/>
                    <a:pt x="127" y="226"/>
                    <a:pt x="127" y="219"/>
                  </a:cubicBezTo>
                  <a:cubicBezTo>
                    <a:pt x="124" y="219"/>
                    <a:pt x="121" y="220"/>
                    <a:pt x="119" y="220"/>
                  </a:cubicBezTo>
                  <a:cubicBezTo>
                    <a:pt x="116" y="220"/>
                    <a:pt x="113" y="221"/>
                    <a:pt x="111" y="221"/>
                  </a:cubicBezTo>
                  <a:close/>
                  <a:moveTo>
                    <a:pt x="111" y="195"/>
                  </a:moveTo>
                  <a:cubicBezTo>
                    <a:pt x="111" y="202"/>
                    <a:pt x="111" y="208"/>
                    <a:pt x="111" y="215"/>
                  </a:cubicBezTo>
                  <a:cubicBezTo>
                    <a:pt x="113" y="215"/>
                    <a:pt x="116" y="214"/>
                    <a:pt x="119" y="214"/>
                  </a:cubicBezTo>
                  <a:cubicBezTo>
                    <a:pt x="121" y="214"/>
                    <a:pt x="124" y="213"/>
                    <a:pt x="127" y="213"/>
                  </a:cubicBezTo>
                  <a:cubicBezTo>
                    <a:pt x="127" y="206"/>
                    <a:pt x="127" y="199"/>
                    <a:pt x="127" y="192"/>
                  </a:cubicBezTo>
                  <a:cubicBezTo>
                    <a:pt x="124" y="192"/>
                    <a:pt x="121" y="193"/>
                    <a:pt x="119" y="193"/>
                  </a:cubicBezTo>
                  <a:cubicBezTo>
                    <a:pt x="116" y="194"/>
                    <a:pt x="113" y="194"/>
                    <a:pt x="111" y="195"/>
                  </a:cubicBezTo>
                  <a:close/>
                  <a:moveTo>
                    <a:pt x="122" y="63"/>
                  </a:moveTo>
                  <a:cubicBezTo>
                    <a:pt x="127" y="62"/>
                    <a:pt x="127" y="62"/>
                    <a:pt x="127" y="62"/>
                  </a:cubicBezTo>
                  <a:cubicBezTo>
                    <a:pt x="141" y="59"/>
                    <a:pt x="141" y="59"/>
                    <a:pt x="141" y="59"/>
                  </a:cubicBezTo>
                  <a:cubicBezTo>
                    <a:pt x="171" y="76"/>
                    <a:pt x="171" y="76"/>
                    <a:pt x="171" y="76"/>
                  </a:cubicBezTo>
                  <a:cubicBezTo>
                    <a:pt x="171" y="117"/>
                    <a:pt x="171" y="117"/>
                    <a:pt x="171" y="117"/>
                  </a:cubicBezTo>
                  <a:cubicBezTo>
                    <a:pt x="174" y="117"/>
                    <a:pt x="174" y="117"/>
                    <a:pt x="174" y="117"/>
                  </a:cubicBezTo>
                  <a:cubicBezTo>
                    <a:pt x="188" y="114"/>
                    <a:pt x="188" y="114"/>
                    <a:pt x="188" y="114"/>
                  </a:cubicBezTo>
                  <a:cubicBezTo>
                    <a:pt x="224" y="134"/>
                    <a:pt x="224" y="134"/>
                    <a:pt x="224" y="134"/>
                  </a:cubicBezTo>
                  <a:cubicBezTo>
                    <a:pt x="224" y="303"/>
                    <a:pt x="224" y="303"/>
                    <a:pt x="224" y="303"/>
                  </a:cubicBezTo>
                  <a:cubicBezTo>
                    <a:pt x="239" y="303"/>
                    <a:pt x="239" y="303"/>
                    <a:pt x="239" y="303"/>
                  </a:cubicBezTo>
                  <a:cubicBezTo>
                    <a:pt x="239" y="28"/>
                    <a:pt x="239" y="28"/>
                    <a:pt x="239" y="28"/>
                  </a:cubicBezTo>
                  <a:cubicBezTo>
                    <a:pt x="122" y="55"/>
                    <a:pt x="122" y="55"/>
                    <a:pt x="122" y="55"/>
                  </a:cubicBezTo>
                  <a:cubicBezTo>
                    <a:pt x="122" y="63"/>
                    <a:pt x="122" y="63"/>
                    <a:pt x="122" y="63"/>
                  </a:cubicBezTo>
                  <a:close/>
                  <a:moveTo>
                    <a:pt x="51" y="303"/>
                  </a:moveTo>
                  <a:cubicBezTo>
                    <a:pt x="76" y="303"/>
                    <a:pt x="76" y="303"/>
                    <a:pt x="76" y="303"/>
                  </a:cubicBezTo>
                  <a:cubicBezTo>
                    <a:pt x="76" y="138"/>
                    <a:pt x="76" y="138"/>
                    <a:pt x="76" y="138"/>
                  </a:cubicBezTo>
                  <a:cubicBezTo>
                    <a:pt x="118" y="129"/>
                    <a:pt x="118" y="129"/>
                    <a:pt x="118" y="129"/>
                  </a:cubicBezTo>
                  <a:cubicBezTo>
                    <a:pt x="118" y="87"/>
                    <a:pt x="118" y="87"/>
                    <a:pt x="118" y="87"/>
                  </a:cubicBezTo>
                  <a:cubicBezTo>
                    <a:pt x="51" y="102"/>
                    <a:pt x="51" y="102"/>
                    <a:pt x="51" y="102"/>
                  </a:cubicBezTo>
                  <a:cubicBezTo>
                    <a:pt x="51" y="303"/>
                    <a:pt x="51" y="303"/>
                    <a:pt x="51" y="303"/>
                  </a:cubicBezTo>
                  <a:close/>
                  <a:moveTo>
                    <a:pt x="98" y="303"/>
                  </a:moveTo>
                  <a:cubicBezTo>
                    <a:pt x="166" y="303"/>
                    <a:pt x="166" y="303"/>
                    <a:pt x="166" y="303"/>
                  </a:cubicBezTo>
                  <a:cubicBezTo>
                    <a:pt x="166" y="142"/>
                    <a:pt x="166" y="142"/>
                    <a:pt x="166" y="142"/>
                  </a:cubicBezTo>
                  <a:cubicBezTo>
                    <a:pt x="98" y="153"/>
                    <a:pt x="98" y="153"/>
                    <a:pt x="98" y="153"/>
                  </a:cubicBezTo>
                  <a:lnTo>
                    <a:pt x="98" y="303"/>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ṡḷidê"/>
            <p:cNvSpPr/>
            <p:nvPr/>
          </p:nvSpPr>
          <p:spPr bwMode="auto">
            <a:xfrm>
              <a:off x="6667755" y="4092450"/>
              <a:ext cx="1915730" cy="2203742"/>
            </a:xfrm>
            <a:custGeom>
              <a:avLst/>
              <a:gdLst>
                <a:gd name="T0" fmla="*/ 603 w 603"/>
                <a:gd name="T1" fmla="*/ 230 h 551"/>
                <a:gd name="T2" fmla="*/ 590 w 603"/>
                <a:gd name="T3" fmla="*/ 265 h 551"/>
                <a:gd name="T4" fmla="*/ 343 w 603"/>
                <a:gd name="T5" fmla="*/ 551 h 551"/>
                <a:gd name="T6" fmla="*/ 226 w 603"/>
                <a:gd name="T7" fmla="*/ 436 h 551"/>
                <a:gd name="T8" fmla="*/ 156 w 603"/>
                <a:gd name="T9" fmla="*/ 551 h 551"/>
                <a:gd name="T10" fmla="*/ 33 w 603"/>
                <a:gd name="T11" fmla="*/ 106 h 551"/>
                <a:gd name="T12" fmla="*/ 0 w 603"/>
                <a:gd name="T13" fmla="*/ 85 h 551"/>
                <a:gd name="T14" fmla="*/ 187 w 603"/>
                <a:gd name="T15" fmla="*/ 0 h 551"/>
                <a:gd name="T16" fmla="*/ 370 w 603"/>
                <a:gd name="T17" fmla="*/ 83 h 551"/>
                <a:gd name="T18" fmla="*/ 343 w 603"/>
                <a:gd name="T19" fmla="*/ 106 h 551"/>
                <a:gd name="T20" fmla="*/ 343 w 603"/>
                <a:gd name="T21" fmla="*/ 230 h 551"/>
                <a:gd name="T22" fmla="*/ 170 w 603"/>
                <a:gd name="T23" fmla="*/ 217 h 551"/>
                <a:gd name="T24" fmla="*/ 214 w 603"/>
                <a:gd name="T25" fmla="*/ 156 h 551"/>
                <a:gd name="T26" fmla="*/ 170 w 603"/>
                <a:gd name="T27" fmla="*/ 156 h 551"/>
                <a:gd name="T28" fmla="*/ 75 w 603"/>
                <a:gd name="T29" fmla="*/ 217 h 551"/>
                <a:gd name="T30" fmla="*/ 118 w 603"/>
                <a:gd name="T31" fmla="*/ 156 h 551"/>
                <a:gd name="T32" fmla="*/ 75 w 603"/>
                <a:gd name="T33" fmla="*/ 156 h 551"/>
                <a:gd name="T34" fmla="*/ 440 w 603"/>
                <a:gd name="T35" fmla="*/ 376 h 551"/>
                <a:gd name="T36" fmla="*/ 482 w 603"/>
                <a:gd name="T37" fmla="*/ 319 h 551"/>
                <a:gd name="T38" fmla="*/ 440 w 603"/>
                <a:gd name="T39" fmla="*/ 319 h 551"/>
                <a:gd name="T40" fmla="*/ 376 w 603"/>
                <a:gd name="T41" fmla="*/ 459 h 551"/>
                <a:gd name="T42" fmla="*/ 416 w 603"/>
                <a:gd name="T43" fmla="*/ 403 h 551"/>
                <a:gd name="T44" fmla="*/ 376 w 603"/>
                <a:gd name="T45" fmla="*/ 403 h 551"/>
                <a:gd name="T46" fmla="*/ 503 w 603"/>
                <a:gd name="T47" fmla="*/ 459 h 551"/>
                <a:gd name="T48" fmla="*/ 544 w 603"/>
                <a:gd name="T49" fmla="*/ 403 h 551"/>
                <a:gd name="T50" fmla="*/ 503 w 603"/>
                <a:gd name="T51" fmla="*/ 403 h 551"/>
                <a:gd name="T52" fmla="*/ 440 w 603"/>
                <a:gd name="T53" fmla="*/ 459 h 551"/>
                <a:gd name="T54" fmla="*/ 482 w 603"/>
                <a:gd name="T55" fmla="*/ 403 h 551"/>
                <a:gd name="T56" fmla="*/ 440 w 603"/>
                <a:gd name="T57" fmla="*/ 403 h 551"/>
                <a:gd name="T58" fmla="*/ 376 w 603"/>
                <a:gd name="T59" fmla="*/ 376 h 551"/>
                <a:gd name="T60" fmla="*/ 416 w 603"/>
                <a:gd name="T61" fmla="*/ 319 h 551"/>
                <a:gd name="T62" fmla="*/ 376 w 603"/>
                <a:gd name="T63" fmla="*/ 319 h 551"/>
                <a:gd name="T64" fmla="*/ 503 w 603"/>
                <a:gd name="T65" fmla="*/ 376 h 551"/>
                <a:gd name="T66" fmla="*/ 544 w 603"/>
                <a:gd name="T67" fmla="*/ 319 h 551"/>
                <a:gd name="T68" fmla="*/ 503 w 603"/>
                <a:gd name="T69" fmla="*/ 319 h 551"/>
                <a:gd name="T70" fmla="*/ 260 w 603"/>
                <a:gd name="T71" fmla="*/ 476 h 551"/>
                <a:gd name="T72" fmla="*/ 305 w 603"/>
                <a:gd name="T73" fmla="*/ 416 h 551"/>
                <a:gd name="T74" fmla="*/ 260 w 603"/>
                <a:gd name="T75" fmla="*/ 416 h 551"/>
                <a:gd name="T76" fmla="*/ 75 w 603"/>
                <a:gd name="T77" fmla="*/ 476 h 551"/>
                <a:gd name="T78" fmla="*/ 118 w 603"/>
                <a:gd name="T79" fmla="*/ 416 h 551"/>
                <a:gd name="T80" fmla="*/ 75 w 603"/>
                <a:gd name="T81" fmla="*/ 416 h 551"/>
                <a:gd name="T82" fmla="*/ 260 w 603"/>
                <a:gd name="T83" fmla="*/ 393 h 551"/>
                <a:gd name="T84" fmla="*/ 305 w 603"/>
                <a:gd name="T85" fmla="*/ 330 h 551"/>
                <a:gd name="T86" fmla="*/ 260 w 603"/>
                <a:gd name="T87" fmla="*/ 330 h 551"/>
                <a:gd name="T88" fmla="*/ 170 w 603"/>
                <a:gd name="T89" fmla="*/ 393 h 551"/>
                <a:gd name="T90" fmla="*/ 214 w 603"/>
                <a:gd name="T91" fmla="*/ 330 h 551"/>
                <a:gd name="T92" fmla="*/ 170 w 603"/>
                <a:gd name="T93" fmla="*/ 330 h 551"/>
                <a:gd name="T94" fmla="*/ 75 w 603"/>
                <a:gd name="T95" fmla="*/ 393 h 551"/>
                <a:gd name="T96" fmla="*/ 118 w 603"/>
                <a:gd name="T97" fmla="*/ 330 h 551"/>
                <a:gd name="T98" fmla="*/ 75 w 603"/>
                <a:gd name="T99" fmla="*/ 330 h 551"/>
                <a:gd name="T100" fmla="*/ 260 w 603"/>
                <a:gd name="T101" fmla="*/ 305 h 551"/>
                <a:gd name="T102" fmla="*/ 305 w 603"/>
                <a:gd name="T103" fmla="*/ 242 h 551"/>
                <a:gd name="T104" fmla="*/ 260 w 603"/>
                <a:gd name="T105" fmla="*/ 242 h 551"/>
                <a:gd name="T106" fmla="*/ 170 w 603"/>
                <a:gd name="T107" fmla="*/ 305 h 551"/>
                <a:gd name="T108" fmla="*/ 214 w 603"/>
                <a:gd name="T109" fmla="*/ 242 h 551"/>
                <a:gd name="T110" fmla="*/ 170 w 603"/>
                <a:gd name="T111" fmla="*/ 242 h 551"/>
                <a:gd name="T112" fmla="*/ 75 w 603"/>
                <a:gd name="T113" fmla="*/ 305 h 551"/>
                <a:gd name="T114" fmla="*/ 118 w 603"/>
                <a:gd name="T115" fmla="*/ 242 h 551"/>
                <a:gd name="T116" fmla="*/ 75 w 603"/>
                <a:gd name="T117" fmla="*/ 242 h 551"/>
                <a:gd name="T118" fmla="*/ 260 w 603"/>
                <a:gd name="T119" fmla="*/ 217 h 551"/>
                <a:gd name="T120" fmla="*/ 305 w 603"/>
                <a:gd name="T121" fmla="*/ 156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3" h="551">
                  <a:moveTo>
                    <a:pt x="343" y="230"/>
                  </a:moveTo>
                  <a:lnTo>
                    <a:pt x="603" y="230"/>
                  </a:lnTo>
                  <a:lnTo>
                    <a:pt x="603" y="265"/>
                  </a:lnTo>
                  <a:lnTo>
                    <a:pt x="590" y="265"/>
                  </a:lnTo>
                  <a:lnTo>
                    <a:pt x="590" y="551"/>
                  </a:lnTo>
                  <a:lnTo>
                    <a:pt x="343" y="551"/>
                  </a:lnTo>
                  <a:lnTo>
                    <a:pt x="226" y="551"/>
                  </a:lnTo>
                  <a:lnTo>
                    <a:pt x="226" y="436"/>
                  </a:lnTo>
                  <a:lnTo>
                    <a:pt x="156" y="436"/>
                  </a:lnTo>
                  <a:lnTo>
                    <a:pt x="156" y="551"/>
                  </a:lnTo>
                  <a:lnTo>
                    <a:pt x="33" y="551"/>
                  </a:lnTo>
                  <a:lnTo>
                    <a:pt x="33" y="106"/>
                  </a:lnTo>
                  <a:lnTo>
                    <a:pt x="0" y="106"/>
                  </a:lnTo>
                  <a:lnTo>
                    <a:pt x="0" y="85"/>
                  </a:lnTo>
                  <a:lnTo>
                    <a:pt x="71" y="54"/>
                  </a:lnTo>
                  <a:lnTo>
                    <a:pt x="187" y="0"/>
                  </a:lnTo>
                  <a:lnTo>
                    <a:pt x="303" y="54"/>
                  </a:lnTo>
                  <a:lnTo>
                    <a:pt x="370" y="83"/>
                  </a:lnTo>
                  <a:lnTo>
                    <a:pt x="370" y="106"/>
                  </a:lnTo>
                  <a:lnTo>
                    <a:pt x="343" y="106"/>
                  </a:lnTo>
                  <a:lnTo>
                    <a:pt x="343" y="230"/>
                  </a:lnTo>
                  <a:lnTo>
                    <a:pt x="343" y="230"/>
                  </a:lnTo>
                  <a:close/>
                  <a:moveTo>
                    <a:pt x="170" y="156"/>
                  </a:moveTo>
                  <a:lnTo>
                    <a:pt x="170" y="217"/>
                  </a:lnTo>
                  <a:lnTo>
                    <a:pt x="214" y="217"/>
                  </a:lnTo>
                  <a:lnTo>
                    <a:pt x="214" y="156"/>
                  </a:lnTo>
                  <a:lnTo>
                    <a:pt x="170" y="156"/>
                  </a:lnTo>
                  <a:lnTo>
                    <a:pt x="170" y="156"/>
                  </a:lnTo>
                  <a:close/>
                  <a:moveTo>
                    <a:pt x="75" y="156"/>
                  </a:moveTo>
                  <a:lnTo>
                    <a:pt x="75" y="217"/>
                  </a:lnTo>
                  <a:lnTo>
                    <a:pt x="118" y="217"/>
                  </a:lnTo>
                  <a:lnTo>
                    <a:pt x="118" y="156"/>
                  </a:lnTo>
                  <a:lnTo>
                    <a:pt x="75" y="156"/>
                  </a:lnTo>
                  <a:lnTo>
                    <a:pt x="75" y="156"/>
                  </a:lnTo>
                  <a:close/>
                  <a:moveTo>
                    <a:pt x="440" y="319"/>
                  </a:moveTo>
                  <a:lnTo>
                    <a:pt x="440" y="376"/>
                  </a:lnTo>
                  <a:lnTo>
                    <a:pt x="482" y="376"/>
                  </a:lnTo>
                  <a:lnTo>
                    <a:pt x="482" y="319"/>
                  </a:lnTo>
                  <a:lnTo>
                    <a:pt x="440" y="319"/>
                  </a:lnTo>
                  <a:lnTo>
                    <a:pt x="440" y="319"/>
                  </a:lnTo>
                  <a:close/>
                  <a:moveTo>
                    <a:pt x="376" y="403"/>
                  </a:moveTo>
                  <a:lnTo>
                    <a:pt x="376" y="459"/>
                  </a:lnTo>
                  <a:lnTo>
                    <a:pt x="416" y="459"/>
                  </a:lnTo>
                  <a:lnTo>
                    <a:pt x="416" y="403"/>
                  </a:lnTo>
                  <a:lnTo>
                    <a:pt x="376" y="403"/>
                  </a:lnTo>
                  <a:lnTo>
                    <a:pt x="376" y="403"/>
                  </a:lnTo>
                  <a:close/>
                  <a:moveTo>
                    <a:pt x="503" y="403"/>
                  </a:moveTo>
                  <a:lnTo>
                    <a:pt x="503" y="459"/>
                  </a:lnTo>
                  <a:lnTo>
                    <a:pt x="544" y="459"/>
                  </a:lnTo>
                  <a:lnTo>
                    <a:pt x="544" y="403"/>
                  </a:lnTo>
                  <a:lnTo>
                    <a:pt x="503" y="403"/>
                  </a:lnTo>
                  <a:lnTo>
                    <a:pt x="503" y="403"/>
                  </a:lnTo>
                  <a:close/>
                  <a:moveTo>
                    <a:pt x="440" y="403"/>
                  </a:moveTo>
                  <a:lnTo>
                    <a:pt x="440" y="459"/>
                  </a:lnTo>
                  <a:lnTo>
                    <a:pt x="482" y="459"/>
                  </a:lnTo>
                  <a:lnTo>
                    <a:pt x="482" y="403"/>
                  </a:lnTo>
                  <a:lnTo>
                    <a:pt x="440" y="403"/>
                  </a:lnTo>
                  <a:lnTo>
                    <a:pt x="440" y="403"/>
                  </a:lnTo>
                  <a:close/>
                  <a:moveTo>
                    <a:pt x="376" y="319"/>
                  </a:moveTo>
                  <a:lnTo>
                    <a:pt x="376" y="376"/>
                  </a:lnTo>
                  <a:lnTo>
                    <a:pt x="416" y="376"/>
                  </a:lnTo>
                  <a:lnTo>
                    <a:pt x="416" y="319"/>
                  </a:lnTo>
                  <a:lnTo>
                    <a:pt x="376" y="319"/>
                  </a:lnTo>
                  <a:lnTo>
                    <a:pt x="376" y="319"/>
                  </a:lnTo>
                  <a:close/>
                  <a:moveTo>
                    <a:pt x="503" y="319"/>
                  </a:moveTo>
                  <a:lnTo>
                    <a:pt x="503" y="376"/>
                  </a:lnTo>
                  <a:lnTo>
                    <a:pt x="544" y="376"/>
                  </a:lnTo>
                  <a:lnTo>
                    <a:pt x="544" y="319"/>
                  </a:lnTo>
                  <a:lnTo>
                    <a:pt x="503" y="319"/>
                  </a:lnTo>
                  <a:lnTo>
                    <a:pt x="503" y="319"/>
                  </a:lnTo>
                  <a:close/>
                  <a:moveTo>
                    <a:pt x="260" y="416"/>
                  </a:moveTo>
                  <a:lnTo>
                    <a:pt x="260" y="476"/>
                  </a:lnTo>
                  <a:lnTo>
                    <a:pt x="305" y="476"/>
                  </a:lnTo>
                  <a:lnTo>
                    <a:pt x="305" y="416"/>
                  </a:lnTo>
                  <a:lnTo>
                    <a:pt x="260" y="416"/>
                  </a:lnTo>
                  <a:lnTo>
                    <a:pt x="260" y="416"/>
                  </a:lnTo>
                  <a:close/>
                  <a:moveTo>
                    <a:pt x="75" y="416"/>
                  </a:moveTo>
                  <a:lnTo>
                    <a:pt x="75" y="476"/>
                  </a:lnTo>
                  <a:lnTo>
                    <a:pt x="118" y="476"/>
                  </a:lnTo>
                  <a:lnTo>
                    <a:pt x="118" y="416"/>
                  </a:lnTo>
                  <a:lnTo>
                    <a:pt x="75" y="416"/>
                  </a:lnTo>
                  <a:lnTo>
                    <a:pt x="75" y="416"/>
                  </a:lnTo>
                  <a:close/>
                  <a:moveTo>
                    <a:pt x="260" y="330"/>
                  </a:moveTo>
                  <a:lnTo>
                    <a:pt x="260" y="393"/>
                  </a:lnTo>
                  <a:lnTo>
                    <a:pt x="305" y="393"/>
                  </a:lnTo>
                  <a:lnTo>
                    <a:pt x="305" y="330"/>
                  </a:lnTo>
                  <a:lnTo>
                    <a:pt x="260" y="330"/>
                  </a:lnTo>
                  <a:lnTo>
                    <a:pt x="260" y="330"/>
                  </a:lnTo>
                  <a:close/>
                  <a:moveTo>
                    <a:pt x="170" y="330"/>
                  </a:moveTo>
                  <a:lnTo>
                    <a:pt x="170" y="393"/>
                  </a:lnTo>
                  <a:lnTo>
                    <a:pt x="214" y="393"/>
                  </a:lnTo>
                  <a:lnTo>
                    <a:pt x="214" y="330"/>
                  </a:lnTo>
                  <a:lnTo>
                    <a:pt x="170" y="330"/>
                  </a:lnTo>
                  <a:lnTo>
                    <a:pt x="170" y="330"/>
                  </a:lnTo>
                  <a:close/>
                  <a:moveTo>
                    <a:pt x="75" y="330"/>
                  </a:moveTo>
                  <a:lnTo>
                    <a:pt x="75" y="393"/>
                  </a:lnTo>
                  <a:lnTo>
                    <a:pt x="118" y="393"/>
                  </a:lnTo>
                  <a:lnTo>
                    <a:pt x="118" y="330"/>
                  </a:lnTo>
                  <a:lnTo>
                    <a:pt x="75" y="330"/>
                  </a:lnTo>
                  <a:lnTo>
                    <a:pt x="75" y="330"/>
                  </a:lnTo>
                  <a:close/>
                  <a:moveTo>
                    <a:pt x="260" y="242"/>
                  </a:moveTo>
                  <a:lnTo>
                    <a:pt x="260" y="305"/>
                  </a:lnTo>
                  <a:lnTo>
                    <a:pt x="305" y="305"/>
                  </a:lnTo>
                  <a:lnTo>
                    <a:pt x="305" y="242"/>
                  </a:lnTo>
                  <a:lnTo>
                    <a:pt x="260" y="242"/>
                  </a:lnTo>
                  <a:lnTo>
                    <a:pt x="260" y="242"/>
                  </a:lnTo>
                  <a:close/>
                  <a:moveTo>
                    <a:pt x="170" y="242"/>
                  </a:moveTo>
                  <a:lnTo>
                    <a:pt x="170" y="305"/>
                  </a:lnTo>
                  <a:lnTo>
                    <a:pt x="214" y="305"/>
                  </a:lnTo>
                  <a:lnTo>
                    <a:pt x="214" y="242"/>
                  </a:lnTo>
                  <a:lnTo>
                    <a:pt x="170" y="242"/>
                  </a:lnTo>
                  <a:lnTo>
                    <a:pt x="170" y="242"/>
                  </a:lnTo>
                  <a:close/>
                  <a:moveTo>
                    <a:pt x="75" y="242"/>
                  </a:moveTo>
                  <a:lnTo>
                    <a:pt x="75" y="305"/>
                  </a:lnTo>
                  <a:lnTo>
                    <a:pt x="118" y="305"/>
                  </a:lnTo>
                  <a:lnTo>
                    <a:pt x="118" y="242"/>
                  </a:lnTo>
                  <a:lnTo>
                    <a:pt x="75" y="242"/>
                  </a:lnTo>
                  <a:lnTo>
                    <a:pt x="75" y="242"/>
                  </a:lnTo>
                  <a:close/>
                  <a:moveTo>
                    <a:pt x="260" y="156"/>
                  </a:moveTo>
                  <a:lnTo>
                    <a:pt x="260" y="217"/>
                  </a:lnTo>
                  <a:lnTo>
                    <a:pt x="305" y="217"/>
                  </a:lnTo>
                  <a:lnTo>
                    <a:pt x="305" y="156"/>
                  </a:lnTo>
                  <a:lnTo>
                    <a:pt x="260" y="156"/>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grpSp>
      <p:grpSp>
        <p:nvGrpSpPr>
          <p:cNvPr id="28" name="组合 27"/>
          <p:cNvGrpSpPr/>
          <p:nvPr/>
        </p:nvGrpSpPr>
        <p:grpSpPr>
          <a:xfrm>
            <a:off x="274752" y="6400887"/>
            <a:ext cx="1093905" cy="203200"/>
            <a:chOff x="2400300" y="-914400"/>
            <a:chExt cx="1093905" cy="203200"/>
          </a:xfrm>
        </p:grpSpPr>
        <p:sp>
          <p:nvSpPr>
            <p:cNvPr id="25" name="椭圆 24"/>
            <p:cNvSpPr/>
            <p:nvPr/>
          </p:nvSpPr>
          <p:spPr>
            <a:xfrm>
              <a:off x="2400300"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845653"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3291005"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PA_矩形 29"/>
          <p:cNvSpPr/>
          <p:nvPr>
            <p:custDataLst>
              <p:tags r:id="rId1"/>
            </p:custDataLst>
          </p:nvPr>
        </p:nvSpPr>
        <p:spPr>
          <a:xfrm>
            <a:off x="240405" y="1877699"/>
            <a:ext cx="7015945" cy="584775"/>
          </a:xfrm>
          <a:prstGeom prst="rect">
            <a:avLst/>
          </a:prstGeom>
          <a:ln>
            <a:noFill/>
          </a:ln>
        </p:spPr>
        <p:txBody>
          <a:bodyPr wrap="square">
            <a:spAutoFit/>
          </a:bodyPr>
          <a:lstStyle/>
          <a:p>
            <a:r>
              <a:rPr lang="zh-CN" altLang="en-US" sz="3200" dirty="0">
                <a:solidFill>
                  <a:schemeClr val="accent2"/>
                </a:solidFill>
                <a:latin typeface="思源宋体 Heavy" panose="02020900000000000000" pitchFamily="18" charset="-122"/>
                <a:ea typeface="思源宋体 Heavy" panose="02020900000000000000" pitchFamily="18" charset="-122"/>
                <a:cs typeface="+mn-ea"/>
                <a:sym typeface="+mn-lt"/>
              </a:rPr>
              <a:t>前沿调研报告</a:t>
            </a:r>
            <a:endParaRPr lang="en-US" altLang="zh-CN" sz="3200" spc="300" dirty="0">
              <a:solidFill>
                <a:schemeClr val="accent2"/>
              </a:solidFill>
              <a:latin typeface="思源宋体 Heavy" panose="02020900000000000000" pitchFamily="18" charset="-122"/>
              <a:ea typeface="思源宋体 Heavy" panose="02020900000000000000" pitchFamily="18" charset="-122"/>
              <a:cs typeface="+mn-ea"/>
              <a:sym typeface="思源黑体" panose="020B0500000000000000" pitchFamily="34" charset="-122"/>
            </a:endParaRPr>
          </a:p>
        </p:txBody>
      </p:sp>
      <p:sp>
        <p:nvSpPr>
          <p:cNvPr id="13" name="矩形: 圆角 19"/>
          <p:cNvSpPr/>
          <p:nvPr/>
        </p:nvSpPr>
        <p:spPr>
          <a:xfrm>
            <a:off x="420227" y="4025450"/>
            <a:ext cx="1842732" cy="38173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易阳   </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2352475</a:t>
            </a:r>
          </a:p>
        </p:txBody>
      </p:sp>
      <p:sp>
        <p:nvSpPr>
          <p:cNvPr id="14" name="矩形: 圆角 20"/>
          <p:cNvSpPr/>
          <p:nvPr/>
        </p:nvSpPr>
        <p:spPr>
          <a:xfrm>
            <a:off x="2748646" y="4025450"/>
            <a:ext cx="1935922" cy="381735"/>
          </a:xfrm>
          <a:prstGeom prst="roundRect">
            <a:avLst>
              <a:gd name="adj" fmla="val 50000"/>
            </a:avLst>
          </a:prstGeom>
          <a:solidFill>
            <a:schemeClr val="accent2"/>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2025</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年</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12</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月</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30</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日</a:t>
            </a:r>
          </a:p>
        </p:txBody>
      </p:sp>
      <p:sp>
        <p:nvSpPr>
          <p:cNvPr id="29" name="PA_矩形 29"/>
          <p:cNvSpPr/>
          <p:nvPr>
            <p:custDataLst>
              <p:tags r:id="rId2"/>
            </p:custDataLst>
          </p:nvPr>
        </p:nvSpPr>
        <p:spPr>
          <a:xfrm>
            <a:off x="11345144" y="236329"/>
            <a:ext cx="615553" cy="2226145"/>
          </a:xfrm>
          <a:prstGeom prst="rect">
            <a:avLst/>
          </a:prstGeom>
          <a:ln>
            <a:noFill/>
          </a:ln>
        </p:spPr>
        <p:txBody>
          <a:bodyPr vert="eaVert" wrap="square">
            <a:spAutoFit/>
          </a:bodyPr>
          <a:lstStyle/>
          <a:p>
            <a:pPr algn="dist"/>
            <a:r>
              <a:rPr lang="zh-CN" altLang="en-US" sz="2800" spc="300" dirty="0">
                <a:solidFill>
                  <a:schemeClr val="bg1"/>
                </a:solidFill>
                <a:latin typeface="华文行楷" panose="02010800040101010101" pitchFamily="2" charset="-122"/>
                <a:ea typeface="华文行楷" panose="02010800040101010101" pitchFamily="2" charset="-122"/>
                <a:cs typeface="+mn-ea"/>
                <a:sym typeface="+mn-lt"/>
              </a:rPr>
              <a:t>同舟共济</a:t>
            </a:r>
            <a:endParaRPr lang="en-US" altLang="zh-CN" sz="2800" spc="300" dirty="0">
              <a:solidFill>
                <a:schemeClr val="bg1"/>
              </a:solidFill>
              <a:latin typeface="华文行楷" panose="02010800040101010101" pitchFamily="2" charset="-122"/>
              <a:ea typeface="华文行楷" panose="02010800040101010101" pitchFamily="2" charset="-122"/>
              <a:cs typeface="+mn-ea"/>
              <a:sym typeface="思源黑体" panose="020B0500000000000000" pitchFamily="34" charset="-122"/>
            </a:endParaRPr>
          </a:p>
        </p:txBody>
      </p:sp>
      <p:grpSp>
        <p:nvGrpSpPr>
          <p:cNvPr id="20" name="组合 19">
            <a:extLst>
              <a:ext uri="{FF2B5EF4-FFF2-40B4-BE49-F238E27FC236}">
                <a16:creationId xmlns:a16="http://schemas.microsoft.com/office/drawing/2014/main" id="{84D4A7A7-89D0-48EF-A33B-F1606BE80EBF}"/>
              </a:ext>
            </a:extLst>
          </p:cNvPr>
          <p:cNvGrpSpPr/>
          <p:nvPr/>
        </p:nvGrpSpPr>
        <p:grpSpPr>
          <a:xfrm>
            <a:off x="1341593" y="465196"/>
            <a:ext cx="3943462" cy="1158590"/>
            <a:chOff x="9488724" y="3354030"/>
            <a:chExt cx="2545960" cy="731019"/>
          </a:xfrm>
        </p:grpSpPr>
        <p:pic>
          <p:nvPicPr>
            <p:cNvPr id="30" name="图片 29">
              <a:extLst>
                <a:ext uri="{FF2B5EF4-FFF2-40B4-BE49-F238E27FC236}">
                  <a16:creationId xmlns:a16="http://schemas.microsoft.com/office/drawing/2014/main" id="{DD961A8E-6116-4F8E-A363-CB2C35EDE8A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488724" y="3354030"/>
              <a:ext cx="731583" cy="731019"/>
            </a:xfrm>
            <a:prstGeom prst="rect">
              <a:avLst/>
            </a:prstGeom>
          </p:spPr>
        </p:pic>
        <p:pic>
          <p:nvPicPr>
            <p:cNvPr id="31" name="图片 30">
              <a:extLst>
                <a:ext uri="{FF2B5EF4-FFF2-40B4-BE49-F238E27FC236}">
                  <a16:creationId xmlns:a16="http://schemas.microsoft.com/office/drawing/2014/main" id="{B3532F84-2F14-4025-881F-01B69A319C2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0327902" y="3370713"/>
              <a:ext cx="1643775" cy="512858"/>
            </a:xfrm>
            <a:prstGeom prst="rect">
              <a:avLst/>
            </a:prstGeom>
          </p:spPr>
        </p:pic>
        <p:sp>
          <p:nvSpPr>
            <p:cNvPr id="32" name="文本框 31">
              <a:extLst>
                <a:ext uri="{FF2B5EF4-FFF2-40B4-BE49-F238E27FC236}">
                  <a16:creationId xmlns:a16="http://schemas.microsoft.com/office/drawing/2014/main" id="{DA4249C2-101F-4748-9D57-CD7900066B63}"/>
                </a:ext>
              </a:extLst>
            </p:cNvPr>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en-US" altLang="zh-CN" sz="900" b="1" spc="200" dirty="0">
                  <a:latin typeface="Calibri Light" panose="020F0302020204030204" pitchFamily="34" charset="0"/>
                  <a:ea typeface="思源黑体 CN Light"/>
                  <a:cs typeface="Segoe UI Light" panose="020B0502040204020203" pitchFamily="34" charset="0"/>
                </a:rPr>
                <a:t>TONGJI UNIVERSITY</a:t>
              </a: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1000"/>
                                        <p:tgtEl>
                                          <p:spTgt spid="14"/>
                                        </p:tgtEl>
                                      </p:cBhvr>
                                    </p:animEffect>
                                    <p:anim calcmode="lin" valueType="num">
                                      <p:cBhvr>
                                        <p:cTn id="17" dur="1000" fill="hold"/>
                                        <p:tgtEl>
                                          <p:spTgt spid="14"/>
                                        </p:tgtEl>
                                        <p:attrNameLst>
                                          <p:attrName>ppt_x</p:attrName>
                                        </p:attrNameLst>
                                      </p:cBhvr>
                                      <p:tavLst>
                                        <p:tav tm="0">
                                          <p:val>
                                            <p:strVal val="#ppt_x"/>
                                          </p:val>
                                        </p:tav>
                                        <p:tav tm="100000">
                                          <p:val>
                                            <p:strVal val="#ppt_x"/>
                                          </p:val>
                                        </p:tav>
                                      </p:tavLst>
                                    </p:anim>
                                    <p:anim calcmode="lin" valueType="num">
                                      <p:cBhvr>
                                        <p:cTn id="18" dur="1000" fill="hold"/>
                                        <p:tgtEl>
                                          <p:spTgt spid="1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任意多边形: 形状 40"/>
          <p:cNvSpPr/>
          <p:nvPr/>
        </p:nvSpPr>
        <p:spPr>
          <a:xfrm>
            <a:off x="49231" y="-12700"/>
            <a:ext cx="6225650" cy="6881672"/>
          </a:xfrm>
          <a:custGeom>
            <a:avLst/>
            <a:gdLst>
              <a:gd name="connsiteX0" fmla="*/ 3429000 w 6858000"/>
              <a:gd name="connsiteY0" fmla="*/ 0 h 6881672"/>
              <a:gd name="connsiteX1" fmla="*/ 6858000 w 6858000"/>
              <a:gd name="connsiteY1" fmla="*/ 3440836 h 6881672"/>
              <a:gd name="connsiteX2" fmla="*/ 3779595 w 6858000"/>
              <a:gd name="connsiteY2" fmla="*/ 6863908 h 6881672"/>
              <a:gd name="connsiteX3" fmla="*/ 3644899 w 6858000"/>
              <a:gd name="connsiteY3" fmla="*/ 6874185 h 6881672"/>
              <a:gd name="connsiteX4" fmla="*/ 3644899 w 6858000"/>
              <a:gd name="connsiteY4" fmla="*/ 6881672 h 6881672"/>
              <a:gd name="connsiteX5" fmla="*/ 3429000 w 6858000"/>
              <a:gd name="connsiteY5" fmla="*/ 6881672 h 6881672"/>
              <a:gd name="connsiteX6" fmla="*/ 0 w 6858000"/>
              <a:gd name="connsiteY6" fmla="*/ 6881672 h 6881672"/>
              <a:gd name="connsiteX7" fmla="*/ 0 w 6858000"/>
              <a:gd name="connsiteY7" fmla="*/ 3440836 h 6881672"/>
              <a:gd name="connsiteX8" fmla="*/ 0 w 6858000"/>
              <a:gd name="connsiteY8" fmla="*/ 12700 h 6881672"/>
              <a:gd name="connsiteX9" fmla="*/ 3144780 w 6858000"/>
              <a:gd name="connsiteY9" fmla="*/ 12700 h 6881672"/>
              <a:gd name="connsiteX10" fmla="*/ 3252544 w 6858000"/>
              <a:gd name="connsiteY10" fmla="*/ 4477 h 6881672"/>
              <a:gd name="connsiteX11" fmla="*/ 3429000 w 6858000"/>
              <a:gd name="connsiteY11" fmla="*/ 0 h 6881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6881672">
                <a:moveTo>
                  <a:pt x="3429000" y="0"/>
                </a:moveTo>
                <a:cubicBezTo>
                  <a:pt x="5322784" y="0"/>
                  <a:pt x="6858000" y="1540515"/>
                  <a:pt x="6858000" y="3440836"/>
                </a:cubicBezTo>
                <a:cubicBezTo>
                  <a:pt x="6858000" y="5222387"/>
                  <a:pt x="5508689" y="6687702"/>
                  <a:pt x="3779595" y="6863908"/>
                </a:cubicBezTo>
                <a:lnTo>
                  <a:pt x="3644899" y="6874185"/>
                </a:lnTo>
                <a:lnTo>
                  <a:pt x="3644899" y="6881672"/>
                </a:lnTo>
                <a:lnTo>
                  <a:pt x="3429000" y="6881672"/>
                </a:lnTo>
                <a:lnTo>
                  <a:pt x="0" y="6881672"/>
                </a:lnTo>
                <a:lnTo>
                  <a:pt x="0" y="3440836"/>
                </a:lnTo>
                <a:lnTo>
                  <a:pt x="0" y="12700"/>
                </a:lnTo>
                <a:lnTo>
                  <a:pt x="3144780" y="12700"/>
                </a:lnTo>
                <a:lnTo>
                  <a:pt x="3252544" y="4477"/>
                </a:lnTo>
                <a:cubicBezTo>
                  <a:pt x="3310989" y="1505"/>
                  <a:pt x="3369819" y="0"/>
                  <a:pt x="3429000" y="0"/>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 name="任意多边形: 形状 25"/>
          <p:cNvSpPr/>
          <p:nvPr/>
        </p:nvSpPr>
        <p:spPr>
          <a:xfrm>
            <a:off x="96742" y="-1050588"/>
            <a:ext cx="8524826" cy="9014570"/>
          </a:xfrm>
          <a:custGeom>
            <a:avLst/>
            <a:gdLst>
              <a:gd name="connsiteX0" fmla="*/ 4262413 w 8524826"/>
              <a:gd name="connsiteY0" fmla="*/ 0 h 9014570"/>
              <a:gd name="connsiteX1" fmla="*/ 6294133 w 8524826"/>
              <a:gd name="connsiteY1" fmla="*/ 544005 h 9014570"/>
              <a:gd name="connsiteX2" fmla="*/ 6362552 w 8524826"/>
              <a:gd name="connsiteY2" fmla="*/ 585606 h 9014570"/>
              <a:gd name="connsiteX3" fmla="*/ 6362552 w 8524826"/>
              <a:gd name="connsiteY3" fmla="*/ 1037888 h 9014570"/>
              <a:gd name="connsiteX4" fmla="*/ 6982697 w 8524826"/>
              <a:gd name="connsiteY4" fmla="*/ 1037888 h 9014570"/>
              <a:gd name="connsiteX5" fmla="*/ 7276395 w 8524826"/>
              <a:gd name="connsiteY5" fmla="*/ 1320153 h 9014570"/>
              <a:gd name="connsiteX6" fmla="*/ 8524826 w 8524826"/>
              <a:gd name="connsiteY6" fmla="*/ 4507285 h 9014570"/>
              <a:gd name="connsiteX7" fmla="*/ 7276395 w 8524826"/>
              <a:gd name="connsiteY7" fmla="*/ 7694417 h 9014570"/>
              <a:gd name="connsiteX8" fmla="*/ 7044457 w 8524826"/>
              <a:gd name="connsiteY8" fmla="*/ 7917326 h 9014570"/>
              <a:gd name="connsiteX9" fmla="*/ 6182110 w 8524826"/>
              <a:gd name="connsiteY9" fmla="*/ 7917326 h 9014570"/>
              <a:gd name="connsiteX10" fmla="*/ 6182110 w 8524826"/>
              <a:gd name="connsiteY10" fmla="*/ 8531236 h 9014570"/>
              <a:gd name="connsiteX11" fmla="*/ 6110346 w 8524826"/>
              <a:gd name="connsiteY11" fmla="*/ 8570103 h 9014570"/>
              <a:gd name="connsiteX12" fmla="*/ 4262413 w 8524826"/>
              <a:gd name="connsiteY12" fmla="*/ 9014570 h 9014570"/>
              <a:gd name="connsiteX13" fmla="*/ 0 w 8524826"/>
              <a:gd name="connsiteY13" fmla="*/ 4507285 h 9014570"/>
              <a:gd name="connsiteX14" fmla="*/ 4262413 w 8524826"/>
              <a:gd name="connsiteY14" fmla="*/ 0 h 901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4826" h="9014570">
                <a:moveTo>
                  <a:pt x="4262413" y="0"/>
                </a:moveTo>
                <a:cubicBezTo>
                  <a:pt x="4998059" y="0"/>
                  <a:pt x="5690177" y="197069"/>
                  <a:pt x="6294133" y="544005"/>
                </a:cubicBezTo>
                <a:lnTo>
                  <a:pt x="6362552" y="585606"/>
                </a:lnTo>
                <a:lnTo>
                  <a:pt x="6362552" y="1037888"/>
                </a:lnTo>
                <a:lnTo>
                  <a:pt x="6982697" y="1037888"/>
                </a:lnTo>
                <a:lnTo>
                  <a:pt x="7276395" y="1320153"/>
                </a:lnTo>
                <a:cubicBezTo>
                  <a:pt x="8047739" y="2135811"/>
                  <a:pt x="8524826" y="3262633"/>
                  <a:pt x="8524826" y="4507285"/>
                </a:cubicBezTo>
                <a:cubicBezTo>
                  <a:pt x="8524826" y="5751938"/>
                  <a:pt x="8047739" y="6878759"/>
                  <a:pt x="7276395" y="7694417"/>
                </a:cubicBezTo>
                <a:lnTo>
                  <a:pt x="7044457" y="7917326"/>
                </a:lnTo>
                <a:lnTo>
                  <a:pt x="6182110" y="7917326"/>
                </a:lnTo>
                <a:lnTo>
                  <a:pt x="6182110" y="8531236"/>
                </a:lnTo>
                <a:lnTo>
                  <a:pt x="6110346" y="8570103"/>
                </a:lnTo>
                <a:cubicBezTo>
                  <a:pt x="5551318" y="8854945"/>
                  <a:pt x="4924494" y="9014570"/>
                  <a:pt x="4262413" y="9014570"/>
                </a:cubicBezTo>
                <a:cubicBezTo>
                  <a:pt x="1908347" y="9014570"/>
                  <a:pt x="0" y="6996590"/>
                  <a:pt x="0" y="4507285"/>
                </a:cubicBezTo>
                <a:cubicBezTo>
                  <a:pt x="0" y="2017980"/>
                  <a:pt x="1908347" y="0"/>
                  <a:pt x="4262413" y="0"/>
                </a:cubicBezTo>
                <a:close/>
              </a:path>
            </a:pathLst>
          </a:custGeom>
          <a:noFill/>
          <a:ln>
            <a:gradFill flip="none" rotWithShape="1">
              <a:gsLst>
                <a:gs pos="79000">
                  <a:srgbClr val="FF9C00">
                    <a:alpha val="0"/>
                  </a:srgbClr>
                </a:gs>
                <a:gs pos="79000">
                  <a:schemeClr val="accent2">
                    <a:alpha val="8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23"/>
          <p:cNvSpPr/>
          <p:nvPr/>
        </p:nvSpPr>
        <p:spPr>
          <a:xfrm>
            <a:off x="-1012335" y="-1050589"/>
            <a:ext cx="8720080" cy="9014570"/>
          </a:xfrm>
          <a:custGeom>
            <a:avLst/>
            <a:gdLst>
              <a:gd name="connsiteX0" fmla="*/ 4360040 w 8720080"/>
              <a:gd name="connsiteY0" fmla="*/ 0 h 9014570"/>
              <a:gd name="connsiteX1" fmla="*/ 6438294 w 8720080"/>
              <a:gd name="connsiteY1" fmla="*/ 544005 h 9014570"/>
              <a:gd name="connsiteX2" fmla="*/ 6460635 w 8720080"/>
              <a:gd name="connsiteY2" fmla="*/ 557285 h 9014570"/>
              <a:gd name="connsiteX3" fmla="*/ 6460635 w 8720080"/>
              <a:gd name="connsiteY3" fmla="*/ 1033420 h 9014570"/>
              <a:gd name="connsiteX4" fmla="*/ 7138093 w 8720080"/>
              <a:gd name="connsiteY4" fmla="*/ 1033420 h 9014570"/>
              <a:gd name="connsiteX5" fmla="*/ 7291633 w 8720080"/>
              <a:gd name="connsiteY5" fmla="*/ 1170911 h 9014570"/>
              <a:gd name="connsiteX6" fmla="*/ 8720080 w 8720080"/>
              <a:gd name="connsiteY6" fmla="*/ 4507285 h 9014570"/>
              <a:gd name="connsiteX7" fmla="*/ 7291633 w 8720080"/>
              <a:gd name="connsiteY7" fmla="*/ 7843659 h 9014570"/>
              <a:gd name="connsiteX8" fmla="*/ 7209366 w 8720080"/>
              <a:gd name="connsiteY8" fmla="*/ 7917327 h 9014570"/>
              <a:gd name="connsiteX9" fmla="*/ 6521658 w 8720080"/>
              <a:gd name="connsiteY9" fmla="*/ 7917327 h 9014570"/>
              <a:gd name="connsiteX10" fmla="*/ 6521658 w 8720080"/>
              <a:gd name="connsiteY10" fmla="*/ 8421013 h 9014570"/>
              <a:gd name="connsiteX11" fmla="*/ 6438294 w 8720080"/>
              <a:gd name="connsiteY11" fmla="*/ 8470565 h 9014570"/>
              <a:gd name="connsiteX12" fmla="*/ 4360040 w 8720080"/>
              <a:gd name="connsiteY12" fmla="*/ 9014570 h 9014570"/>
              <a:gd name="connsiteX13" fmla="*/ 0 w 8720080"/>
              <a:gd name="connsiteY13" fmla="*/ 4507285 h 9014570"/>
              <a:gd name="connsiteX14" fmla="*/ 4360040 w 8720080"/>
              <a:gd name="connsiteY14" fmla="*/ 0 h 901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20080" h="9014570">
                <a:moveTo>
                  <a:pt x="4360040" y="0"/>
                </a:moveTo>
                <a:cubicBezTo>
                  <a:pt x="5112535" y="0"/>
                  <a:pt x="5820506" y="197069"/>
                  <a:pt x="6438294" y="544005"/>
                </a:cubicBezTo>
                <a:lnTo>
                  <a:pt x="6460635" y="557285"/>
                </a:lnTo>
                <a:lnTo>
                  <a:pt x="6460635" y="1033420"/>
                </a:lnTo>
                <a:lnTo>
                  <a:pt x="7138093" y="1033420"/>
                </a:lnTo>
                <a:lnTo>
                  <a:pt x="7291633" y="1170911"/>
                </a:lnTo>
                <a:cubicBezTo>
                  <a:pt x="8169158" y="1995419"/>
                  <a:pt x="8720080" y="3184842"/>
                  <a:pt x="8720080" y="4507285"/>
                </a:cubicBezTo>
                <a:cubicBezTo>
                  <a:pt x="8720080" y="5829729"/>
                  <a:pt x="8169158" y="7019151"/>
                  <a:pt x="7291633" y="7843659"/>
                </a:cubicBezTo>
                <a:lnTo>
                  <a:pt x="7209366" y="7917327"/>
                </a:lnTo>
                <a:lnTo>
                  <a:pt x="6521658" y="7917327"/>
                </a:lnTo>
                <a:lnTo>
                  <a:pt x="6521658" y="8421013"/>
                </a:lnTo>
                <a:lnTo>
                  <a:pt x="6438294" y="8470565"/>
                </a:lnTo>
                <a:cubicBezTo>
                  <a:pt x="5820506" y="8817502"/>
                  <a:pt x="5112535" y="9014570"/>
                  <a:pt x="4360040" y="9014570"/>
                </a:cubicBezTo>
                <a:cubicBezTo>
                  <a:pt x="1952056" y="9014570"/>
                  <a:pt x="0" y="6996590"/>
                  <a:pt x="0" y="4507285"/>
                </a:cubicBezTo>
                <a:cubicBezTo>
                  <a:pt x="0" y="2017980"/>
                  <a:pt x="1952056" y="0"/>
                  <a:pt x="4360040" y="0"/>
                </a:cubicBezTo>
                <a:close/>
              </a:path>
            </a:pathLst>
          </a:custGeom>
          <a:noFill/>
          <a:ln>
            <a:gradFill flip="none" rotWithShape="1">
              <a:gsLst>
                <a:gs pos="79000">
                  <a:srgbClr val="FF9C00">
                    <a:alpha val="0"/>
                  </a:srgbClr>
                </a:gs>
                <a:gs pos="79000">
                  <a:schemeClr val="accent2">
                    <a:alpha val="2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椭圆 6"/>
          <p:cNvSpPr/>
          <p:nvPr/>
        </p:nvSpPr>
        <p:spPr>
          <a:xfrm>
            <a:off x="-1593153" y="-651026"/>
            <a:ext cx="8160051" cy="8160051"/>
          </a:xfrm>
          <a:prstGeom prst="ellipse">
            <a:avLst/>
          </a:prstGeom>
          <a:noFill/>
          <a:ln>
            <a:gradFill flip="none" rotWithShape="1">
              <a:gsLst>
                <a:gs pos="77000">
                  <a:srgbClr val="FF9C00">
                    <a:alpha val="0"/>
                  </a:srgbClr>
                </a:gs>
                <a:gs pos="77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360519" y="-823172"/>
            <a:ext cx="8484598" cy="8484598"/>
          </a:xfrm>
          <a:prstGeom prst="ellipse">
            <a:avLst/>
          </a:prstGeom>
          <a:noFill/>
          <a:ln>
            <a:gradFill flip="none" rotWithShape="1">
              <a:gsLst>
                <a:gs pos="79000">
                  <a:srgbClr val="FF9C00">
                    <a:alpha val="0"/>
                  </a:srgbClr>
                </a:gs>
                <a:gs pos="79000">
                  <a:schemeClr val="accent2">
                    <a:alpha val="4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40"/>
          <p:cNvSpPr/>
          <p:nvPr/>
        </p:nvSpPr>
        <p:spPr>
          <a:xfrm>
            <a:off x="55033" y="-23672"/>
            <a:ext cx="6225650" cy="6881672"/>
          </a:xfrm>
          <a:custGeom>
            <a:avLst/>
            <a:gdLst>
              <a:gd name="connsiteX0" fmla="*/ 3429000 w 6858000"/>
              <a:gd name="connsiteY0" fmla="*/ 0 h 6881672"/>
              <a:gd name="connsiteX1" fmla="*/ 6858000 w 6858000"/>
              <a:gd name="connsiteY1" fmla="*/ 3440836 h 6881672"/>
              <a:gd name="connsiteX2" fmla="*/ 3779595 w 6858000"/>
              <a:gd name="connsiteY2" fmla="*/ 6863908 h 6881672"/>
              <a:gd name="connsiteX3" fmla="*/ 3644899 w 6858000"/>
              <a:gd name="connsiteY3" fmla="*/ 6874185 h 6881672"/>
              <a:gd name="connsiteX4" fmla="*/ 3644899 w 6858000"/>
              <a:gd name="connsiteY4" fmla="*/ 6881672 h 6881672"/>
              <a:gd name="connsiteX5" fmla="*/ 3429000 w 6858000"/>
              <a:gd name="connsiteY5" fmla="*/ 6881672 h 6881672"/>
              <a:gd name="connsiteX6" fmla="*/ 0 w 6858000"/>
              <a:gd name="connsiteY6" fmla="*/ 6881672 h 6881672"/>
              <a:gd name="connsiteX7" fmla="*/ 0 w 6858000"/>
              <a:gd name="connsiteY7" fmla="*/ 3440836 h 6881672"/>
              <a:gd name="connsiteX8" fmla="*/ 0 w 6858000"/>
              <a:gd name="connsiteY8" fmla="*/ 12700 h 6881672"/>
              <a:gd name="connsiteX9" fmla="*/ 3144780 w 6858000"/>
              <a:gd name="connsiteY9" fmla="*/ 12700 h 6881672"/>
              <a:gd name="connsiteX10" fmla="*/ 3252544 w 6858000"/>
              <a:gd name="connsiteY10" fmla="*/ 4477 h 6881672"/>
              <a:gd name="connsiteX11" fmla="*/ 3429000 w 6858000"/>
              <a:gd name="connsiteY11" fmla="*/ 0 h 6881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6881672">
                <a:moveTo>
                  <a:pt x="3429000" y="0"/>
                </a:moveTo>
                <a:cubicBezTo>
                  <a:pt x="5322784" y="0"/>
                  <a:pt x="6858000" y="1540515"/>
                  <a:pt x="6858000" y="3440836"/>
                </a:cubicBezTo>
                <a:cubicBezTo>
                  <a:pt x="6858000" y="5222387"/>
                  <a:pt x="5508689" y="6687702"/>
                  <a:pt x="3779595" y="6863908"/>
                </a:cubicBezTo>
                <a:lnTo>
                  <a:pt x="3644899" y="6874185"/>
                </a:lnTo>
                <a:lnTo>
                  <a:pt x="3644899" y="6881672"/>
                </a:lnTo>
                <a:lnTo>
                  <a:pt x="3429000" y="6881672"/>
                </a:lnTo>
                <a:lnTo>
                  <a:pt x="0" y="6881672"/>
                </a:lnTo>
                <a:lnTo>
                  <a:pt x="0" y="3440836"/>
                </a:lnTo>
                <a:lnTo>
                  <a:pt x="0" y="12700"/>
                </a:lnTo>
                <a:lnTo>
                  <a:pt x="3144780" y="12700"/>
                </a:lnTo>
                <a:lnTo>
                  <a:pt x="3252544" y="4477"/>
                </a:lnTo>
                <a:cubicBezTo>
                  <a:pt x="3310989" y="1505"/>
                  <a:pt x="3369819" y="0"/>
                  <a:pt x="3429000" y="0"/>
                </a:cubicBezTo>
                <a:close/>
              </a:path>
            </a:pathLst>
          </a:custGeom>
          <a:gradFill flip="none" rotWithShape="1">
            <a:gsLst>
              <a:gs pos="0">
                <a:schemeClr val="accent1">
                  <a:alpha val="56000"/>
                </a:schemeClr>
              </a:gs>
              <a:gs pos="71000">
                <a:schemeClr val="accent1">
                  <a:alpha val="9500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矩形 10"/>
          <p:cNvSpPr/>
          <p:nvPr/>
        </p:nvSpPr>
        <p:spPr>
          <a:xfrm>
            <a:off x="0" y="-16662"/>
            <a:ext cx="110067" cy="69000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759882" y="2943680"/>
            <a:ext cx="5907636" cy="4191291"/>
            <a:chOff x="4659892" y="3664499"/>
            <a:chExt cx="3923593" cy="2783672"/>
          </a:xfrm>
          <a:solidFill>
            <a:schemeClr val="lt1">
              <a:alpha val="14000"/>
            </a:schemeClr>
          </a:solidFill>
        </p:grpSpPr>
        <p:sp>
          <p:nvSpPr>
            <p:cNvPr id="21" name="íṥḷíďe"/>
            <p:cNvSpPr/>
            <p:nvPr/>
          </p:nvSpPr>
          <p:spPr bwMode="auto">
            <a:xfrm>
              <a:off x="4659892" y="3664499"/>
              <a:ext cx="2119058" cy="2783672"/>
            </a:xfrm>
            <a:custGeom>
              <a:avLst/>
              <a:gdLst>
                <a:gd name="T0" fmla="*/ 28 w 321"/>
                <a:gd name="T1" fmla="*/ 93 h 333"/>
                <a:gd name="T2" fmla="*/ 99 w 321"/>
                <a:gd name="T3" fmla="*/ 68 h 333"/>
                <a:gd name="T4" fmla="*/ 108 w 321"/>
                <a:gd name="T5" fmla="*/ 34 h 333"/>
                <a:gd name="T6" fmla="*/ 298 w 321"/>
                <a:gd name="T7" fmla="*/ 303 h 333"/>
                <a:gd name="T8" fmla="*/ 0 w 321"/>
                <a:gd name="T9" fmla="*/ 333 h 333"/>
                <a:gd name="T10" fmla="*/ 181 w 321"/>
                <a:gd name="T11" fmla="*/ 68 h 333"/>
                <a:gd name="T12" fmla="*/ 193 w 321"/>
                <a:gd name="T13" fmla="*/ 50 h 333"/>
                <a:gd name="T14" fmla="*/ 181 w 321"/>
                <a:gd name="T15" fmla="*/ 92 h 333"/>
                <a:gd name="T16" fmla="*/ 193 w 321"/>
                <a:gd name="T17" fmla="*/ 106 h 333"/>
                <a:gd name="T18" fmla="*/ 181 w 321"/>
                <a:gd name="T19" fmla="*/ 92 h 333"/>
                <a:gd name="T20" fmla="*/ 187 w 321"/>
                <a:gd name="T21" fmla="*/ 87 h 333"/>
                <a:gd name="T22" fmla="*/ 187 w 321"/>
                <a:gd name="T23" fmla="*/ 71 h 333"/>
                <a:gd name="T24" fmla="*/ 205 w 321"/>
                <a:gd name="T25" fmla="*/ 64 h 333"/>
                <a:gd name="T26" fmla="*/ 217 w 321"/>
                <a:gd name="T27" fmla="*/ 46 h 333"/>
                <a:gd name="T28" fmla="*/ 205 w 321"/>
                <a:gd name="T29" fmla="*/ 89 h 333"/>
                <a:gd name="T30" fmla="*/ 217 w 321"/>
                <a:gd name="T31" fmla="*/ 103 h 333"/>
                <a:gd name="T32" fmla="*/ 205 w 321"/>
                <a:gd name="T33" fmla="*/ 89 h 333"/>
                <a:gd name="T34" fmla="*/ 211 w 321"/>
                <a:gd name="T35" fmla="*/ 83 h 333"/>
                <a:gd name="T36" fmla="*/ 211 w 321"/>
                <a:gd name="T37" fmla="*/ 67 h 333"/>
                <a:gd name="T38" fmla="*/ 57 w 321"/>
                <a:gd name="T39" fmla="*/ 127 h 333"/>
                <a:gd name="T40" fmla="*/ 69 w 321"/>
                <a:gd name="T41" fmla="*/ 109 h 333"/>
                <a:gd name="T42" fmla="*/ 57 w 321"/>
                <a:gd name="T43" fmla="*/ 190 h 333"/>
                <a:gd name="T44" fmla="*/ 69 w 321"/>
                <a:gd name="T45" fmla="*/ 205 h 333"/>
                <a:gd name="T46" fmla="*/ 57 w 321"/>
                <a:gd name="T47" fmla="*/ 190 h 333"/>
                <a:gd name="T48" fmla="*/ 63 w 321"/>
                <a:gd name="T49" fmla="*/ 185 h 333"/>
                <a:gd name="T50" fmla="*/ 63 w 321"/>
                <a:gd name="T51" fmla="*/ 169 h 333"/>
                <a:gd name="T52" fmla="*/ 57 w 321"/>
                <a:gd name="T53" fmla="*/ 166 h 333"/>
                <a:gd name="T54" fmla="*/ 69 w 321"/>
                <a:gd name="T55" fmla="*/ 149 h 333"/>
                <a:gd name="T56" fmla="*/ 57 w 321"/>
                <a:gd name="T57" fmla="*/ 131 h 333"/>
                <a:gd name="T58" fmla="*/ 69 w 321"/>
                <a:gd name="T59" fmla="*/ 144 h 333"/>
                <a:gd name="T60" fmla="*/ 57 w 321"/>
                <a:gd name="T61" fmla="*/ 131 h 333"/>
                <a:gd name="T62" fmla="*/ 145 w 321"/>
                <a:gd name="T63" fmla="*/ 184 h 333"/>
                <a:gd name="T64" fmla="*/ 145 w 321"/>
                <a:gd name="T65" fmla="*/ 162 h 333"/>
                <a:gd name="T66" fmla="*/ 137 w 321"/>
                <a:gd name="T67" fmla="*/ 294 h 333"/>
                <a:gd name="T68" fmla="*/ 154 w 321"/>
                <a:gd name="T69" fmla="*/ 272 h 333"/>
                <a:gd name="T70" fmla="*/ 137 w 321"/>
                <a:gd name="T71" fmla="*/ 245 h 333"/>
                <a:gd name="T72" fmla="*/ 154 w 321"/>
                <a:gd name="T73" fmla="*/ 265 h 333"/>
                <a:gd name="T74" fmla="*/ 137 w 321"/>
                <a:gd name="T75" fmla="*/ 245 h 333"/>
                <a:gd name="T76" fmla="*/ 145 w 321"/>
                <a:gd name="T77" fmla="*/ 239 h 333"/>
                <a:gd name="T78" fmla="*/ 145 w 321"/>
                <a:gd name="T79" fmla="*/ 217 h 333"/>
                <a:gd name="T80" fmla="*/ 137 w 321"/>
                <a:gd name="T81" fmla="*/ 212 h 333"/>
                <a:gd name="T82" fmla="*/ 154 w 321"/>
                <a:gd name="T83" fmla="*/ 188 h 333"/>
                <a:gd name="T84" fmla="*/ 111 w 321"/>
                <a:gd name="T85" fmla="*/ 169 h 333"/>
                <a:gd name="T86" fmla="*/ 127 w 321"/>
                <a:gd name="T87" fmla="*/ 186 h 333"/>
                <a:gd name="T88" fmla="*/ 111 w 321"/>
                <a:gd name="T89" fmla="*/ 169 h 333"/>
                <a:gd name="T90" fmla="*/ 119 w 321"/>
                <a:gd name="T91" fmla="*/ 294 h 333"/>
                <a:gd name="T92" fmla="*/ 119 w 321"/>
                <a:gd name="T93" fmla="*/ 273 h 333"/>
                <a:gd name="T94" fmla="*/ 111 w 321"/>
                <a:gd name="T95" fmla="*/ 267 h 333"/>
                <a:gd name="T96" fmla="*/ 127 w 321"/>
                <a:gd name="T97" fmla="*/ 246 h 333"/>
                <a:gd name="T98" fmla="*/ 111 w 321"/>
                <a:gd name="T99" fmla="*/ 221 h 333"/>
                <a:gd name="T100" fmla="*/ 127 w 321"/>
                <a:gd name="T101" fmla="*/ 240 h 333"/>
                <a:gd name="T102" fmla="*/ 111 w 321"/>
                <a:gd name="T103" fmla="*/ 221 h 333"/>
                <a:gd name="T104" fmla="*/ 119 w 321"/>
                <a:gd name="T105" fmla="*/ 214 h 333"/>
                <a:gd name="T106" fmla="*/ 119 w 321"/>
                <a:gd name="T107" fmla="*/ 193 h 333"/>
                <a:gd name="T108" fmla="*/ 127 w 321"/>
                <a:gd name="T109" fmla="*/ 62 h 333"/>
                <a:gd name="T110" fmla="*/ 171 w 321"/>
                <a:gd name="T111" fmla="*/ 117 h 333"/>
                <a:gd name="T112" fmla="*/ 224 w 321"/>
                <a:gd name="T113" fmla="*/ 134 h 333"/>
                <a:gd name="T114" fmla="*/ 239 w 321"/>
                <a:gd name="T115" fmla="*/ 28 h 333"/>
                <a:gd name="T116" fmla="*/ 51 w 321"/>
                <a:gd name="T117" fmla="*/ 303 h 333"/>
                <a:gd name="T118" fmla="*/ 118 w 321"/>
                <a:gd name="T119" fmla="*/ 129 h 333"/>
                <a:gd name="T120" fmla="*/ 51 w 321"/>
                <a:gd name="T121" fmla="*/ 303 h 333"/>
                <a:gd name="T122" fmla="*/ 166 w 321"/>
                <a:gd name="T123" fmla="*/ 14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1" h="333">
                  <a:moveTo>
                    <a:pt x="0" y="303"/>
                  </a:moveTo>
                  <a:cubicBezTo>
                    <a:pt x="28" y="303"/>
                    <a:pt x="28" y="303"/>
                    <a:pt x="28" y="303"/>
                  </a:cubicBezTo>
                  <a:cubicBezTo>
                    <a:pt x="28" y="93"/>
                    <a:pt x="28" y="93"/>
                    <a:pt x="28" y="93"/>
                  </a:cubicBezTo>
                  <a:cubicBezTo>
                    <a:pt x="28" y="84"/>
                    <a:pt x="28" y="84"/>
                    <a:pt x="28" y="84"/>
                  </a:cubicBezTo>
                  <a:cubicBezTo>
                    <a:pt x="37" y="82"/>
                    <a:pt x="37" y="82"/>
                    <a:pt x="37" y="82"/>
                  </a:cubicBezTo>
                  <a:cubicBezTo>
                    <a:pt x="99" y="68"/>
                    <a:pt x="99" y="68"/>
                    <a:pt x="99" y="68"/>
                  </a:cubicBezTo>
                  <a:cubicBezTo>
                    <a:pt x="99" y="45"/>
                    <a:pt x="99" y="45"/>
                    <a:pt x="99" y="45"/>
                  </a:cubicBezTo>
                  <a:cubicBezTo>
                    <a:pt x="99" y="36"/>
                    <a:pt x="99" y="36"/>
                    <a:pt x="99" y="36"/>
                  </a:cubicBezTo>
                  <a:cubicBezTo>
                    <a:pt x="108" y="34"/>
                    <a:pt x="108" y="34"/>
                    <a:pt x="108" y="34"/>
                  </a:cubicBezTo>
                  <a:cubicBezTo>
                    <a:pt x="262" y="0"/>
                    <a:pt x="262" y="0"/>
                    <a:pt x="262" y="0"/>
                  </a:cubicBezTo>
                  <a:cubicBezTo>
                    <a:pt x="298" y="35"/>
                    <a:pt x="298" y="35"/>
                    <a:pt x="298" y="35"/>
                  </a:cubicBezTo>
                  <a:cubicBezTo>
                    <a:pt x="298" y="303"/>
                    <a:pt x="298" y="303"/>
                    <a:pt x="298" y="303"/>
                  </a:cubicBezTo>
                  <a:cubicBezTo>
                    <a:pt x="321" y="303"/>
                    <a:pt x="321" y="303"/>
                    <a:pt x="321" y="303"/>
                  </a:cubicBezTo>
                  <a:cubicBezTo>
                    <a:pt x="321" y="333"/>
                    <a:pt x="321" y="333"/>
                    <a:pt x="321" y="333"/>
                  </a:cubicBezTo>
                  <a:cubicBezTo>
                    <a:pt x="0" y="333"/>
                    <a:pt x="0" y="333"/>
                    <a:pt x="0" y="333"/>
                  </a:cubicBezTo>
                  <a:cubicBezTo>
                    <a:pt x="0" y="303"/>
                    <a:pt x="0" y="303"/>
                    <a:pt x="0" y="303"/>
                  </a:cubicBezTo>
                  <a:close/>
                  <a:moveTo>
                    <a:pt x="181" y="53"/>
                  </a:moveTo>
                  <a:cubicBezTo>
                    <a:pt x="181" y="58"/>
                    <a:pt x="181" y="63"/>
                    <a:pt x="181" y="68"/>
                  </a:cubicBezTo>
                  <a:cubicBezTo>
                    <a:pt x="183" y="68"/>
                    <a:pt x="185" y="67"/>
                    <a:pt x="187" y="67"/>
                  </a:cubicBezTo>
                  <a:cubicBezTo>
                    <a:pt x="189" y="67"/>
                    <a:pt x="191" y="66"/>
                    <a:pt x="193" y="66"/>
                  </a:cubicBezTo>
                  <a:cubicBezTo>
                    <a:pt x="193" y="61"/>
                    <a:pt x="193" y="55"/>
                    <a:pt x="193" y="50"/>
                  </a:cubicBezTo>
                  <a:cubicBezTo>
                    <a:pt x="191" y="51"/>
                    <a:pt x="189" y="51"/>
                    <a:pt x="187" y="52"/>
                  </a:cubicBezTo>
                  <a:cubicBezTo>
                    <a:pt x="185" y="52"/>
                    <a:pt x="183" y="53"/>
                    <a:pt x="181" y="53"/>
                  </a:cubicBezTo>
                  <a:close/>
                  <a:moveTo>
                    <a:pt x="181" y="92"/>
                  </a:moveTo>
                  <a:cubicBezTo>
                    <a:pt x="181" y="97"/>
                    <a:pt x="181" y="102"/>
                    <a:pt x="181" y="107"/>
                  </a:cubicBezTo>
                  <a:cubicBezTo>
                    <a:pt x="183" y="107"/>
                    <a:pt x="185" y="107"/>
                    <a:pt x="187" y="106"/>
                  </a:cubicBezTo>
                  <a:cubicBezTo>
                    <a:pt x="189" y="106"/>
                    <a:pt x="191" y="106"/>
                    <a:pt x="193" y="106"/>
                  </a:cubicBezTo>
                  <a:cubicBezTo>
                    <a:pt x="193" y="101"/>
                    <a:pt x="193" y="95"/>
                    <a:pt x="193" y="90"/>
                  </a:cubicBezTo>
                  <a:cubicBezTo>
                    <a:pt x="191" y="91"/>
                    <a:pt x="189" y="91"/>
                    <a:pt x="187" y="91"/>
                  </a:cubicBezTo>
                  <a:cubicBezTo>
                    <a:pt x="185" y="91"/>
                    <a:pt x="183" y="92"/>
                    <a:pt x="181" y="92"/>
                  </a:cubicBezTo>
                  <a:close/>
                  <a:moveTo>
                    <a:pt x="181" y="72"/>
                  </a:moveTo>
                  <a:cubicBezTo>
                    <a:pt x="181" y="77"/>
                    <a:pt x="181" y="83"/>
                    <a:pt x="181" y="88"/>
                  </a:cubicBezTo>
                  <a:cubicBezTo>
                    <a:pt x="183" y="87"/>
                    <a:pt x="185" y="87"/>
                    <a:pt x="187" y="87"/>
                  </a:cubicBezTo>
                  <a:cubicBezTo>
                    <a:pt x="189" y="86"/>
                    <a:pt x="191" y="86"/>
                    <a:pt x="193" y="86"/>
                  </a:cubicBezTo>
                  <a:cubicBezTo>
                    <a:pt x="193" y="80"/>
                    <a:pt x="193" y="75"/>
                    <a:pt x="193" y="70"/>
                  </a:cubicBezTo>
                  <a:cubicBezTo>
                    <a:pt x="191" y="71"/>
                    <a:pt x="189" y="71"/>
                    <a:pt x="187" y="71"/>
                  </a:cubicBezTo>
                  <a:cubicBezTo>
                    <a:pt x="185" y="72"/>
                    <a:pt x="183" y="72"/>
                    <a:pt x="181" y="72"/>
                  </a:cubicBezTo>
                  <a:close/>
                  <a:moveTo>
                    <a:pt x="205" y="49"/>
                  </a:moveTo>
                  <a:cubicBezTo>
                    <a:pt x="205" y="54"/>
                    <a:pt x="205" y="59"/>
                    <a:pt x="205" y="64"/>
                  </a:cubicBezTo>
                  <a:cubicBezTo>
                    <a:pt x="207" y="64"/>
                    <a:pt x="209" y="63"/>
                    <a:pt x="211" y="63"/>
                  </a:cubicBezTo>
                  <a:cubicBezTo>
                    <a:pt x="213" y="63"/>
                    <a:pt x="215" y="62"/>
                    <a:pt x="217" y="62"/>
                  </a:cubicBezTo>
                  <a:cubicBezTo>
                    <a:pt x="217" y="56"/>
                    <a:pt x="217" y="51"/>
                    <a:pt x="217" y="46"/>
                  </a:cubicBezTo>
                  <a:cubicBezTo>
                    <a:pt x="215" y="46"/>
                    <a:pt x="213" y="47"/>
                    <a:pt x="211" y="47"/>
                  </a:cubicBezTo>
                  <a:cubicBezTo>
                    <a:pt x="209" y="48"/>
                    <a:pt x="207" y="48"/>
                    <a:pt x="205" y="49"/>
                  </a:cubicBezTo>
                  <a:close/>
                  <a:moveTo>
                    <a:pt x="205" y="89"/>
                  </a:moveTo>
                  <a:cubicBezTo>
                    <a:pt x="205" y="94"/>
                    <a:pt x="205" y="99"/>
                    <a:pt x="205" y="104"/>
                  </a:cubicBezTo>
                  <a:cubicBezTo>
                    <a:pt x="207" y="104"/>
                    <a:pt x="209" y="104"/>
                    <a:pt x="211" y="104"/>
                  </a:cubicBezTo>
                  <a:cubicBezTo>
                    <a:pt x="213" y="104"/>
                    <a:pt x="215" y="103"/>
                    <a:pt x="217" y="103"/>
                  </a:cubicBezTo>
                  <a:cubicBezTo>
                    <a:pt x="217" y="98"/>
                    <a:pt x="217" y="92"/>
                    <a:pt x="217" y="87"/>
                  </a:cubicBezTo>
                  <a:cubicBezTo>
                    <a:pt x="215" y="87"/>
                    <a:pt x="213" y="88"/>
                    <a:pt x="211" y="88"/>
                  </a:cubicBezTo>
                  <a:cubicBezTo>
                    <a:pt x="209" y="88"/>
                    <a:pt x="207" y="89"/>
                    <a:pt x="205" y="89"/>
                  </a:cubicBezTo>
                  <a:close/>
                  <a:moveTo>
                    <a:pt x="205" y="69"/>
                  </a:moveTo>
                  <a:cubicBezTo>
                    <a:pt x="205" y="74"/>
                    <a:pt x="205" y="79"/>
                    <a:pt x="205" y="84"/>
                  </a:cubicBezTo>
                  <a:cubicBezTo>
                    <a:pt x="207" y="84"/>
                    <a:pt x="209" y="84"/>
                    <a:pt x="211" y="83"/>
                  </a:cubicBezTo>
                  <a:cubicBezTo>
                    <a:pt x="213" y="83"/>
                    <a:pt x="215" y="83"/>
                    <a:pt x="217" y="82"/>
                  </a:cubicBezTo>
                  <a:cubicBezTo>
                    <a:pt x="217" y="77"/>
                    <a:pt x="217" y="72"/>
                    <a:pt x="217" y="66"/>
                  </a:cubicBezTo>
                  <a:cubicBezTo>
                    <a:pt x="215" y="67"/>
                    <a:pt x="213" y="67"/>
                    <a:pt x="211" y="67"/>
                  </a:cubicBezTo>
                  <a:cubicBezTo>
                    <a:pt x="209" y="68"/>
                    <a:pt x="207" y="68"/>
                    <a:pt x="205" y="69"/>
                  </a:cubicBezTo>
                  <a:close/>
                  <a:moveTo>
                    <a:pt x="57" y="112"/>
                  </a:moveTo>
                  <a:cubicBezTo>
                    <a:pt x="57" y="117"/>
                    <a:pt x="57" y="122"/>
                    <a:pt x="57" y="127"/>
                  </a:cubicBezTo>
                  <a:cubicBezTo>
                    <a:pt x="59" y="126"/>
                    <a:pt x="61" y="126"/>
                    <a:pt x="63" y="126"/>
                  </a:cubicBezTo>
                  <a:cubicBezTo>
                    <a:pt x="65" y="125"/>
                    <a:pt x="67" y="125"/>
                    <a:pt x="69" y="124"/>
                  </a:cubicBezTo>
                  <a:cubicBezTo>
                    <a:pt x="69" y="119"/>
                    <a:pt x="69" y="114"/>
                    <a:pt x="69" y="109"/>
                  </a:cubicBezTo>
                  <a:cubicBezTo>
                    <a:pt x="67" y="109"/>
                    <a:pt x="65" y="110"/>
                    <a:pt x="63" y="110"/>
                  </a:cubicBezTo>
                  <a:cubicBezTo>
                    <a:pt x="61" y="111"/>
                    <a:pt x="59" y="111"/>
                    <a:pt x="57" y="112"/>
                  </a:cubicBezTo>
                  <a:close/>
                  <a:moveTo>
                    <a:pt x="57" y="190"/>
                  </a:moveTo>
                  <a:cubicBezTo>
                    <a:pt x="57" y="195"/>
                    <a:pt x="57" y="200"/>
                    <a:pt x="57" y="205"/>
                  </a:cubicBezTo>
                  <a:cubicBezTo>
                    <a:pt x="59" y="205"/>
                    <a:pt x="61" y="205"/>
                    <a:pt x="63" y="205"/>
                  </a:cubicBezTo>
                  <a:cubicBezTo>
                    <a:pt x="65" y="205"/>
                    <a:pt x="67" y="205"/>
                    <a:pt x="69" y="205"/>
                  </a:cubicBezTo>
                  <a:cubicBezTo>
                    <a:pt x="69" y="199"/>
                    <a:pt x="69" y="194"/>
                    <a:pt x="69" y="189"/>
                  </a:cubicBezTo>
                  <a:cubicBezTo>
                    <a:pt x="67" y="189"/>
                    <a:pt x="65" y="189"/>
                    <a:pt x="63" y="189"/>
                  </a:cubicBezTo>
                  <a:cubicBezTo>
                    <a:pt x="61" y="189"/>
                    <a:pt x="59" y="189"/>
                    <a:pt x="57" y="190"/>
                  </a:cubicBezTo>
                  <a:close/>
                  <a:moveTo>
                    <a:pt x="57" y="170"/>
                  </a:moveTo>
                  <a:cubicBezTo>
                    <a:pt x="57" y="175"/>
                    <a:pt x="57" y="180"/>
                    <a:pt x="57" y="185"/>
                  </a:cubicBezTo>
                  <a:cubicBezTo>
                    <a:pt x="59" y="185"/>
                    <a:pt x="61" y="185"/>
                    <a:pt x="63" y="185"/>
                  </a:cubicBezTo>
                  <a:cubicBezTo>
                    <a:pt x="65" y="184"/>
                    <a:pt x="67" y="184"/>
                    <a:pt x="69" y="184"/>
                  </a:cubicBezTo>
                  <a:cubicBezTo>
                    <a:pt x="69" y="179"/>
                    <a:pt x="69" y="174"/>
                    <a:pt x="69" y="169"/>
                  </a:cubicBezTo>
                  <a:cubicBezTo>
                    <a:pt x="67" y="169"/>
                    <a:pt x="65" y="169"/>
                    <a:pt x="63" y="169"/>
                  </a:cubicBezTo>
                  <a:cubicBezTo>
                    <a:pt x="61" y="169"/>
                    <a:pt x="59" y="170"/>
                    <a:pt x="57" y="170"/>
                  </a:cubicBezTo>
                  <a:close/>
                  <a:moveTo>
                    <a:pt x="57" y="150"/>
                  </a:moveTo>
                  <a:cubicBezTo>
                    <a:pt x="57" y="155"/>
                    <a:pt x="57" y="161"/>
                    <a:pt x="57" y="166"/>
                  </a:cubicBezTo>
                  <a:cubicBezTo>
                    <a:pt x="59" y="165"/>
                    <a:pt x="61" y="165"/>
                    <a:pt x="63" y="165"/>
                  </a:cubicBezTo>
                  <a:cubicBezTo>
                    <a:pt x="65" y="165"/>
                    <a:pt x="67" y="165"/>
                    <a:pt x="69" y="164"/>
                  </a:cubicBezTo>
                  <a:cubicBezTo>
                    <a:pt x="69" y="159"/>
                    <a:pt x="69" y="154"/>
                    <a:pt x="69" y="149"/>
                  </a:cubicBezTo>
                  <a:cubicBezTo>
                    <a:pt x="67" y="149"/>
                    <a:pt x="65" y="149"/>
                    <a:pt x="63" y="150"/>
                  </a:cubicBezTo>
                  <a:cubicBezTo>
                    <a:pt x="61" y="150"/>
                    <a:pt x="59" y="150"/>
                    <a:pt x="57" y="150"/>
                  </a:cubicBezTo>
                  <a:close/>
                  <a:moveTo>
                    <a:pt x="57" y="131"/>
                  </a:moveTo>
                  <a:cubicBezTo>
                    <a:pt x="57" y="136"/>
                    <a:pt x="57" y="141"/>
                    <a:pt x="57" y="146"/>
                  </a:cubicBezTo>
                  <a:cubicBezTo>
                    <a:pt x="59" y="146"/>
                    <a:pt x="61" y="145"/>
                    <a:pt x="63" y="145"/>
                  </a:cubicBezTo>
                  <a:cubicBezTo>
                    <a:pt x="65" y="145"/>
                    <a:pt x="67" y="144"/>
                    <a:pt x="69" y="144"/>
                  </a:cubicBezTo>
                  <a:cubicBezTo>
                    <a:pt x="69" y="139"/>
                    <a:pt x="69" y="134"/>
                    <a:pt x="69" y="129"/>
                  </a:cubicBezTo>
                  <a:cubicBezTo>
                    <a:pt x="67" y="129"/>
                    <a:pt x="65" y="129"/>
                    <a:pt x="63" y="130"/>
                  </a:cubicBezTo>
                  <a:cubicBezTo>
                    <a:pt x="61" y="130"/>
                    <a:pt x="59" y="131"/>
                    <a:pt x="57" y="131"/>
                  </a:cubicBezTo>
                  <a:close/>
                  <a:moveTo>
                    <a:pt x="137" y="164"/>
                  </a:moveTo>
                  <a:cubicBezTo>
                    <a:pt x="137" y="171"/>
                    <a:pt x="137" y="178"/>
                    <a:pt x="137" y="185"/>
                  </a:cubicBezTo>
                  <a:cubicBezTo>
                    <a:pt x="140" y="185"/>
                    <a:pt x="143" y="184"/>
                    <a:pt x="145" y="184"/>
                  </a:cubicBezTo>
                  <a:cubicBezTo>
                    <a:pt x="148" y="183"/>
                    <a:pt x="151" y="182"/>
                    <a:pt x="154" y="182"/>
                  </a:cubicBezTo>
                  <a:cubicBezTo>
                    <a:pt x="154" y="175"/>
                    <a:pt x="154" y="167"/>
                    <a:pt x="154" y="160"/>
                  </a:cubicBezTo>
                  <a:cubicBezTo>
                    <a:pt x="151" y="161"/>
                    <a:pt x="148" y="162"/>
                    <a:pt x="145" y="162"/>
                  </a:cubicBezTo>
                  <a:cubicBezTo>
                    <a:pt x="143" y="163"/>
                    <a:pt x="140" y="164"/>
                    <a:pt x="137" y="164"/>
                  </a:cubicBezTo>
                  <a:close/>
                  <a:moveTo>
                    <a:pt x="137" y="273"/>
                  </a:moveTo>
                  <a:cubicBezTo>
                    <a:pt x="137" y="280"/>
                    <a:pt x="137" y="287"/>
                    <a:pt x="137" y="294"/>
                  </a:cubicBezTo>
                  <a:cubicBezTo>
                    <a:pt x="140" y="294"/>
                    <a:pt x="143" y="294"/>
                    <a:pt x="145" y="294"/>
                  </a:cubicBezTo>
                  <a:cubicBezTo>
                    <a:pt x="148" y="294"/>
                    <a:pt x="151" y="294"/>
                    <a:pt x="154" y="294"/>
                  </a:cubicBezTo>
                  <a:cubicBezTo>
                    <a:pt x="154" y="287"/>
                    <a:pt x="154" y="279"/>
                    <a:pt x="154" y="272"/>
                  </a:cubicBezTo>
                  <a:cubicBezTo>
                    <a:pt x="151" y="272"/>
                    <a:pt x="148" y="272"/>
                    <a:pt x="145" y="273"/>
                  </a:cubicBezTo>
                  <a:cubicBezTo>
                    <a:pt x="143" y="273"/>
                    <a:pt x="140" y="273"/>
                    <a:pt x="137" y="273"/>
                  </a:cubicBezTo>
                  <a:close/>
                  <a:moveTo>
                    <a:pt x="137" y="245"/>
                  </a:moveTo>
                  <a:cubicBezTo>
                    <a:pt x="137" y="252"/>
                    <a:pt x="137" y="259"/>
                    <a:pt x="137" y="266"/>
                  </a:cubicBezTo>
                  <a:cubicBezTo>
                    <a:pt x="140" y="266"/>
                    <a:pt x="143" y="266"/>
                    <a:pt x="145" y="266"/>
                  </a:cubicBezTo>
                  <a:cubicBezTo>
                    <a:pt x="148" y="266"/>
                    <a:pt x="151" y="266"/>
                    <a:pt x="154" y="265"/>
                  </a:cubicBezTo>
                  <a:cubicBezTo>
                    <a:pt x="154" y="258"/>
                    <a:pt x="154" y="251"/>
                    <a:pt x="154" y="244"/>
                  </a:cubicBezTo>
                  <a:cubicBezTo>
                    <a:pt x="151" y="244"/>
                    <a:pt x="148" y="244"/>
                    <a:pt x="145" y="245"/>
                  </a:cubicBezTo>
                  <a:cubicBezTo>
                    <a:pt x="143" y="245"/>
                    <a:pt x="140" y="245"/>
                    <a:pt x="137" y="245"/>
                  </a:cubicBezTo>
                  <a:close/>
                  <a:moveTo>
                    <a:pt x="137" y="218"/>
                  </a:moveTo>
                  <a:cubicBezTo>
                    <a:pt x="137" y="225"/>
                    <a:pt x="137" y="232"/>
                    <a:pt x="137" y="239"/>
                  </a:cubicBezTo>
                  <a:cubicBezTo>
                    <a:pt x="140" y="239"/>
                    <a:pt x="143" y="239"/>
                    <a:pt x="145" y="239"/>
                  </a:cubicBezTo>
                  <a:cubicBezTo>
                    <a:pt x="148" y="238"/>
                    <a:pt x="151" y="238"/>
                    <a:pt x="154" y="238"/>
                  </a:cubicBezTo>
                  <a:cubicBezTo>
                    <a:pt x="154" y="230"/>
                    <a:pt x="154" y="223"/>
                    <a:pt x="154" y="216"/>
                  </a:cubicBezTo>
                  <a:cubicBezTo>
                    <a:pt x="151" y="216"/>
                    <a:pt x="148" y="217"/>
                    <a:pt x="145" y="217"/>
                  </a:cubicBezTo>
                  <a:cubicBezTo>
                    <a:pt x="143" y="218"/>
                    <a:pt x="140" y="218"/>
                    <a:pt x="137" y="218"/>
                  </a:cubicBezTo>
                  <a:close/>
                  <a:moveTo>
                    <a:pt x="137" y="191"/>
                  </a:moveTo>
                  <a:cubicBezTo>
                    <a:pt x="137" y="198"/>
                    <a:pt x="137" y="205"/>
                    <a:pt x="137" y="212"/>
                  </a:cubicBezTo>
                  <a:cubicBezTo>
                    <a:pt x="140" y="212"/>
                    <a:pt x="143" y="211"/>
                    <a:pt x="145" y="211"/>
                  </a:cubicBezTo>
                  <a:cubicBezTo>
                    <a:pt x="148" y="210"/>
                    <a:pt x="151" y="210"/>
                    <a:pt x="154" y="210"/>
                  </a:cubicBezTo>
                  <a:cubicBezTo>
                    <a:pt x="154" y="202"/>
                    <a:pt x="154" y="195"/>
                    <a:pt x="154" y="188"/>
                  </a:cubicBezTo>
                  <a:cubicBezTo>
                    <a:pt x="151" y="188"/>
                    <a:pt x="148" y="189"/>
                    <a:pt x="145" y="190"/>
                  </a:cubicBezTo>
                  <a:cubicBezTo>
                    <a:pt x="143" y="190"/>
                    <a:pt x="140" y="191"/>
                    <a:pt x="137" y="191"/>
                  </a:cubicBezTo>
                  <a:close/>
                  <a:moveTo>
                    <a:pt x="111" y="169"/>
                  </a:moveTo>
                  <a:cubicBezTo>
                    <a:pt x="111" y="176"/>
                    <a:pt x="111" y="183"/>
                    <a:pt x="111" y="189"/>
                  </a:cubicBezTo>
                  <a:cubicBezTo>
                    <a:pt x="113" y="189"/>
                    <a:pt x="116" y="188"/>
                    <a:pt x="119" y="188"/>
                  </a:cubicBezTo>
                  <a:cubicBezTo>
                    <a:pt x="121" y="187"/>
                    <a:pt x="124" y="187"/>
                    <a:pt x="127" y="186"/>
                  </a:cubicBezTo>
                  <a:cubicBezTo>
                    <a:pt x="127" y="179"/>
                    <a:pt x="127" y="172"/>
                    <a:pt x="127" y="165"/>
                  </a:cubicBezTo>
                  <a:cubicBezTo>
                    <a:pt x="124" y="166"/>
                    <a:pt x="121" y="166"/>
                    <a:pt x="119" y="167"/>
                  </a:cubicBezTo>
                  <a:cubicBezTo>
                    <a:pt x="116" y="168"/>
                    <a:pt x="113" y="168"/>
                    <a:pt x="111" y="169"/>
                  </a:cubicBezTo>
                  <a:close/>
                  <a:moveTo>
                    <a:pt x="111" y="274"/>
                  </a:moveTo>
                  <a:cubicBezTo>
                    <a:pt x="111" y="280"/>
                    <a:pt x="111" y="287"/>
                    <a:pt x="111" y="294"/>
                  </a:cubicBezTo>
                  <a:cubicBezTo>
                    <a:pt x="113" y="294"/>
                    <a:pt x="116" y="294"/>
                    <a:pt x="119" y="294"/>
                  </a:cubicBezTo>
                  <a:cubicBezTo>
                    <a:pt x="121" y="294"/>
                    <a:pt x="124" y="294"/>
                    <a:pt x="127" y="294"/>
                  </a:cubicBezTo>
                  <a:cubicBezTo>
                    <a:pt x="127" y="287"/>
                    <a:pt x="127" y="280"/>
                    <a:pt x="127" y="273"/>
                  </a:cubicBezTo>
                  <a:cubicBezTo>
                    <a:pt x="124" y="273"/>
                    <a:pt x="121" y="273"/>
                    <a:pt x="119" y="273"/>
                  </a:cubicBezTo>
                  <a:cubicBezTo>
                    <a:pt x="116" y="273"/>
                    <a:pt x="113" y="273"/>
                    <a:pt x="111" y="274"/>
                  </a:cubicBezTo>
                  <a:close/>
                  <a:moveTo>
                    <a:pt x="111" y="247"/>
                  </a:moveTo>
                  <a:cubicBezTo>
                    <a:pt x="111" y="254"/>
                    <a:pt x="111" y="260"/>
                    <a:pt x="111" y="267"/>
                  </a:cubicBezTo>
                  <a:cubicBezTo>
                    <a:pt x="113" y="267"/>
                    <a:pt x="116" y="267"/>
                    <a:pt x="119" y="267"/>
                  </a:cubicBezTo>
                  <a:cubicBezTo>
                    <a:pt x="121" y="267"/>
                    <a:pt x="124" y="266"/>
                    <a:pt x="127" y="266"/>
                  </a:cubicBezTo>
                  <a:cubicBezTo>
                    <a:pt x="127" y="259"/>
                    <a:pt x="127" y="252"/>
                    <a:pt x="127" y="246"/>
                  </a:cubicBezTo>
                  <a:cubicBezTo>
                    <a:pt x="124" y="246"/>
                    <a:pt x="121" y="246"/>
                    <a:pt x="119" y="246"/>
                  </a:cubicBezTo>
                  <a:cubicBezTo>
                    <a:pt x="116" y="246"/>
                    <a:pt x="113" y="247"/>
                    <a:pt x="111" y="247"/>
                  </a:cubicBezTo>
                  <a:close/>
                  <a:moveTo>
                    <a:pt x="111" y="221"/>
                  </a:moveTo>
                  <a:cubicBezTo>
                    <a:pt x="111" y="228"/>
                    <a:pt x="111" y="235"/>
                    <a:pt x="111" y="241"/>
                  </a:cubicBezTo>
                  <a:cubicBezTo>
                    <a:pt x="113" y="241"/>
                    <a:pt x="116" y="241"/>
                    <a:pt x="119" y="241"/>
                  </a:cubicBezTo>
                  <a:cubicBezTo>
                    <a:pt x="121" y="240"/>
                    <a:pt x="124" y="240"/>
                    <a:pt x="127" y="240"/>
                  </a:cubicBezTo>
                  <a:cubicBezTo>
                    <a:pt x="127" y="233"/>
                    <a:pt x="127" y="226"/>
                    <a:pt x="127" y="219"/>
                  </a:cubicBezTo>
                  <a:cubicBezTo>
                    <a:pt x="124" y="219"/>
                    <a:pt x="121" y="220"/>
                    <a:pt x="119" y="220"/>
                  </a:cubicBezTo>
                  <a:cubicBezTo>
                    <a:pt x="116" y="220"/>
                    <a:pt x="113" y="221"/>
                    <a:pt x="111" y="221"/>
                  </a:cubicBezTo>
                  <a:close/>
                  <a:moveTo>
                    <a:pt x="111" y="195"/>
                  </a:moveTo>
                  <a:cubicBezTo>
                    <a:pt x="111" y="202"/>
                    <a:pt x="111" y="208"/>
                    <a:pt x="111" y="215"/>
                  </a:cubicBezTo>
                  <a:cubicBezTo>
                    <a:pt x="113" y="215"/>
                    <a:pt x="116" y="214"/>
                    <a:pt x="119" y="214"/>
                  </a:cubicBezTo>
                  <a:cubicBezTo>
                    <a:pt x="121" y="214"/>
                    <a:pt x="124" y="213"/>
                    <a:pt x="127" y="213"/>
                  </a:cubicBezTo>
                  <a:cubicBezTo>
                    <a:pt x="127" y="206"/>
                    <a:pt x="127" y="199"/>
                    <a:pt x="127" y="192"/>
                  </a:cubicBezTo>
                  <a:cubicBezTo>
                    <a:pt x="124" y="192"/>
                    <a:pt x="121" y="193"/>
                    <a:pt x="119" y="193"/>
                  </a:cubicBezTo>
                  <a:cubicBezTo>
                    <a:pt x="116" y="194"/>
                    <a:pt x="113" y="194"/>
                    <a:pt x="111" y="195"/>
                  </a:cubicBezTo>
                  <a:close/>
                  <a:moveTo>
                    <a:pt x="122" y="63"/>
                  </a:moveTo>
                  <a:cubicBezTo>
                    <a:pt x="127" y="62"/>
                    <a:pt x="127" y="62"/>
                    <a:pt x="127" y="62"/>
                  </a:cubicBezTo>
                  <a:cubicBezTo>
                    <a:pt x="141" y="59"/>
                    <a:pt x="141" y="59"/>
                    <a:pt x="141" y="59"/>
                  </a:cubicBezTo>
                  <a:cubicBezTo>
                    <a:pt x="171" y="76"/>
                    <a:pt x="171" y="76"/>
                    <a:pt x="171" y="76"/>
                  </a:cubicBezTo>
                  <a:cubicBezTo>
                    <a:pt x="171" y="117"/>
                    <a:pt x="171" y="117"/>
                    <a:pt x="171" y="117"/>
                  </a:cubicBezTo>
                  <a:cubicBezTo>
                    <a:pt x="174" y="117"/>
                    <a:pt x="174" y="117"/>
                    <a:pt x="174" y="117"/>
                  </a:cubicBezTo>
                  <a:cubicBezTo>
                    <a:pt x="188" y="114"/>
                    <a:pt x="188" y="114"/>
                    <a:pt x="188" y="114"/>
                  </a:cubicBezTo>
                  <a:cubicBezTo>
                    <a:pt x="224" y="134"/>
                    <a:pt x="224" y="134"/>
                    <a:pt x="224" y="134"/>
                  </a:cubicBezTo>
                  <a:cubicBezTo>
                    <a:pt x="224" y="303"/>
                    <a:pt x="224" y="303"/>
                    <a:pt x="224" y="303"/>
                  </a:cubicBezTo>
                  <a:cubicBezTo>
                    <a:pt x="239" y="303"/>
                    <a:pt x="239" y="303"/>
                    <a:pt x="239" y="303"/>
                  </a:cubicBezTo>
                  <a:cubicBezTo>
                    <a:pt x="239" y="28"/>
                    <a:pt x="239" y="28"/>
                    <a:pt x="239" y="28"/>
                  </a:cubicBezTo>
                  <a:cubicBezTo>
                    <a:pt x="122" y="55"/>
                    <a:pt x="122" y="55"/>
                    <a:pt x="122" y="55"/>
                  </a:cubicBezTo>
                  <a:cubicBezTo>
                    <a:pt x="122" y="63"/>
                    <a:pt x="122" y="63"/>
                    <a:pt x="122" y="63"/>
                  </a:cubicBezTo>
                  <a:close/>
                  <a:moveTo>
                    <a:pt x="51" y="303"/>
                  </a:moveTo>
                  <a:cubicBezTo>
                    <a:pt x="76" y="303"/>
                    <a:pt x="76" y="303"/>
                    <a:pt x="76" y="303"/>
                  </a:cubicBezTo>
                  <a:cubicBezTo>
                    <a:pt x="76" y="138"/>
                    <a:pt x="76" y="138"/>
                    <a:pt x="76" y="138"/>
                  </a:cubicBezTo>
                  <a:cubicBezTo>
                    <a:pt x="118" y="129"/>
                    <a:pt x="118" y="129"/>
                    <a:pt x="118" y="129"/>
                  </a:cubicBezTo>
                  <a:cubicBezTo>
                    <a:pt x="118" y="87"/>
                    <a:pt x="118" y="87"/>
                    <a:pt x="118" y="87"/>
                  </a:cubicBezTo>
                  <a:cubicBezTo>
                    <a:pt x="51" y="102"/>
                    <a:pt x="51" y="102"/>
                    <a:pt x="51" y="102"/>
                  </a:cubicBezTo>
                  <a:cubicBezTo>
                    <a:pt x="51" y="303"/>
                    <a:pt x="51" y="303"/>
                    <a:pt x="51" y="303"/>
                  </a:cubicBezTo>
                  <a:close/>
                  <a:moveTo>
                    <a:pt x="98" y="303"/>
                  </a:moveTo>
                  <a:cubicBezTo>
                    <a:pt x="166" y="303"/>
                    <a:pt x="166" y="303"/>
                    <a:pt x="166" y="303"/>
                  </a:cubicBezTo>
                  <a:cubicBezTo>
                    <a:pt x="166" y="142"/>
                    <a:pt x="166" y="142"/>
                    <a:pt x="166" y="142"/>
                  </a:cubicBezTo>
                  <a:cubicBezTo>
                    <a:pt x="98" y="153"/>
                    <a:pt x="98" y="153"/>
                    <a:pt x="98" y="153"/>
                  </a:cubicBezTo>
                  <a:lnTo>
                    <a:pt x="98" y="303"/>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2" name="ïṡḷidê"/>
            <p:cNvSpPr/>
            <p:nvPr/>
          </p:nvSpPr>
          <p:spPr bwMode="auto">
            <a:xfrm>
              <a:off x="6667755" y="4092450"/>
              <a:ext cx="1915730" cy="2203742"/>
            </a:xfrm>
            <a:custGeom>
              <a:avLst/>
              <a:gdLst>
                <a:gd name="T0" fmla="*/ 603 w 603"/>
                <a:gd name="T1" fmla="*/ 230 h 551"/>
                <a:gd name="T2" fmla="*/ 590 w 603"/>
                <a:gd name="T3" fmla="*/ 265 h 551"/>
                <a:gd name="T4" fmla="*/ 343 w 603"/>
                <a:gd name="T5" fmla="*/ 551 h 551"/>
                <a:gd name="T6" fmla="*/ 226 w 603"/>
                <a:gd name="T7" fmla="*/ 436 h 551"/>
                <a:gd name="T8" fmla="*/ 156 w 603"/>
                <a:gd name="T9" fmla="*/ 551 h 551"/>
                <a:gd name="T10" fmla="*/ 33 w 603"/>
                <a:gd name="T11" fmla="*/ 106 h 551"/>
                <a:gd name="T12" fmla="*/ 0 w 603"/>
                <a:gd name="T13" fmla="*/ 85 h 551"/>
                <a:gd name="T14" fmla="*/ 187 w 603"/>
                <a:gd name="T15" fmla="*/ 0 h 551"/>
                <a:gd name="T16" fmla="*/ 370 w 603"/>
                <a:gd name="T17" fmla="*/ 83 h 551"/>
                <a:gd name="T18" fmla="*/ 343 w 603"/>
                <a:gd name="T19" fmla="*/ 106 h 551"/>
                <a:gd name="T20" fmla="*/ 343 w 603"/>
                <a:gd name="T21" fmla="*/ 230 h 551"/>
                <a:gd name="T22" fmla="*/ 170 w 603"/>
                <a:gd name="T23" fmla="*/ 217 h 551"/>
                <a:gd name="T24" fmla="*/ 214 w 603"/>
                <a:gd name="T25" fmla="*/ 156 h 551"/>
                <a:gd name="T26" fmla="*/ 170 w 603"/>
                <a:gd name="T27" fmla="*/ 156 h 551"/>
                <a:gd name="T28" fmla="*/ 75 w 603"/>
                <a:gd name="T29" fmla="*/ 217 h 551"/>
                <a:gd name="T30" fmla="*/ 118 w 603"/>
                <a:gd name="T31" fmla="*/ 156 h 551"/>
                <a:gd name="T32" fmla="*/ 75 w 603"/>
                <a:gd name="T33" fmla="*/ 156 h 551"/>
                <a:gd name="T34" fmla="*/ 440 w 603"/>
                <a:gd name="T35" fmla="*/ 376 h 551"/>
                <a:gd name="T36" fmla="*/ 482 w 603"/>
                <a:gd name="T37" fmla="*/ 319 h 551"/>
                <a:gd name="T38" fmla="*/ 440 w 603"/>
                <a:gd name="T39" fmla="*/ 319 h 551"/>
                <a:gd name="T40" fmla="*/ 376 w 603"/>
                <a:gd name="T41" fmla="*/ 459 h 551"/>
                <a:gd name="T42" fmla="*/ 416 w 603"/>
                <a:gd name="T43" fmla="*/ 403 h 551"/>
                <a:gd name="T44" fmla="*/ 376 w 603"/>
                <a:gd name="T45" fmla="*/ 403 h 551"/>
                <a:gd name="T46" fmla="*/ 503 w 603"/>
                <a:gd name="T47" fmla="*/ 459 h 551"/>
                <a:gd name="T48" fmla="*/ 544 w 603"/>
                <a:gd name="T49" fmla="*/ 403 h 551"/>
                <a:gd name="T50" fmla="*/ 503 w 603"/>
                <a:gd name="T51" fmla="*/ 403 h 551"/>
                <a:gd name="T52" fmla="*/ 440 w 603"/>
                <a:gd name="T53" fmla="*/ 459 h 551"/>
                <a:gd name="T54" fmla="*/ 482 w 603"/>
                <a:gd name="T55" fmla="*/ 403 h 551"/>
                <a:gd name="T56" fmla="*/ 440 w 603"/>
                <a:gd name="T57" fmla="*/ 403 h 551"/>
                <a:gd name="T58" fmla="*/ 376 w 603"/>
                <a:gd name="T59" fmla="*/ 376 h 551"/>
                <a:gd name="T60" fmla="*/ 416 w 603"/>
                <a:gd name="T61" fmla="*/ 319 h 551"/>
                <a:gd name="T62" fmla="*/ 376 w 603"/>
                <a:gd name="T63" fmla="*/ 319 h 551"/>
                <a:gd name="T64" fmla="*/ 503 w 603"/>
                <a:gd name="T65" fmla="*/ 376 h 551"/>
                <a:gd name="T66" fmla="*/ 544 w 603"/>
                <a:gd name="T67" fmla="*/ 319 h 551"/>
                <a:gd name="T68" fmla="*/ 503 w 603"/>
                <a:gd name="T69" fmla="*/ 319 h 551"/>
                <a:gd name="T70" fmla="*/ 260 w 603"/>
                <a:gd name="T71" fmla="*/ 476 h 551"/>
                <a:gd name="T72" fmla="*/ 305 w 603"/>
                <a:gd name="T73" fmla="*/ 416 h 551"/>
                <a:gd name="T74" fmla="*/ 260 w 603"/>
                <a:gd name="T75" fmla="*/ 416 h 551"/>
                <a:gd name="T76" fmla="*/ 75 w 603"/>
                <a:gd name="T77" fmla="*/ 476 h 551"/>
                <a:gd name="T78" fmla="*/ 118 w 603"/>
                <a:gd name="T79" fmla="*/ 416 h 551"/>
                <a:gd name="T80" fmla="*/ 75 w 603"/>
                <a:gd name="T81" fmla="*/ 416 h 551"/>
                <a:gd name="T82" fmla="*/ 260 w 603"/>
                <a:gd name="T83" fmla="*/ 393 h 551"/>
                <a:gd name="T84" fmla="*/ 305 w 603"/>
                <a:gd name="T85" fmla="*/ 330 h 551"/>
                <a:gd name="T86" fmla="*/ 260 w 603"/>
                <a:gd name="T87" fmla="*/ 330 h 551"/>
                <a:gd name="T88" fmla="*/ 170 w 603"/>
                <a:gd name="T89" fmla="*/ 393 h 551"/>
                <a:gd name="T90" fmla="*/ 214 w 603"/>
                <a:gd name="T91" fmla="*/ 330 h 551"/>
                <a:gd name="T92" fmla="*/ 170 w 603"/>
                <a:gd name="T93" fmla="*/ 330 h 551"/>
                <a:gd name="T94" fmla="*/ 75 w 603"/>
                <a:gd name="T95" fmla="*/ 393 h 551"/>
                <a:gd name="T96" fmla="*/ 118 w 603"/>
                <a:gd name="T97" fmla="*/ 330 h 551"/>
                <a:gd name="T98" fmla="*/ 75 w 603"/>
                <a:gd name="T99" fmla="*/ 330 h 551"/>
                <a:gd name="T100" fmla="*/ 260 w 603"/>
                <a:gd name="T101" fmla="*/ 305 h 551"/>
                <a:gd name="T102" fmla="*/ 305 w 603"/>
                <a:gd name="T103" fmla="*/ 242 h 551"/>
                <a:gd name="T104" fmla="*/ 260 w 603"/>
                <a:gd name="T105" fmla="*/ 242 h 551"/>
                <a:gd name="T106" fmla="*/ 170 w 603"/>
                <a:gd name="T107" fmla="*/ 305 h 551"/>
                <a:gd name="T108" fmla="*/ 214 w 603"/>
                <a:gd name="T109" fmla="*/ 242 h 551"/>
                <a:gd name="T110" fmla="*/ 170 w 603"/>
                <a:gd name="T111" fmla="*/ 242 h 551"/>
                <a:gd name="T112" fmla="*/ 75 w 603"/>
                <a:gd name="T113" fmla="*/ 305 h 551"/>
                <a:gd name="T114" fmla="*/ 118 w 603"/>
                <a:gd name="T115" fmla="*/ 242 h 551"/>
                <a:gd name="T116" fmla="*/ 75 w 603"/>
                <a:gd name="T117" fmla="*/ 242 h 551"/>
                <a:gd name="T118" fmla="*/ 260 w 603"/>
                <a:gd name="T119" fmla="*/ 217 h 551"/>
                <a:gd name="T120" fmla="*/ 305 w 603"/>
                <a:gd name="T121" fmla="*/ 156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3" h="551">
                  <a:moveTo>
                    <a:pt x="343" y="230"/>
                  </a:moveTo>
                  <a:lnTo>
                    <a:pt x="603" y="230"/>
                  </a:lnTo>
                  <a:lnTo>
                    <a:pt x="603" y="265"/>
                  </a:lnTo>
                  <a:lnTo>
                    <a:pt x="590" y="265"/>
                  </a:lnTo>
                  <a:lnTo>
                    <a:pt x="590" y="551"/>
                  </a:lnTo>
                  <a:lnTo>
                    <a:pt x="343" y="551"/>
                  </a:lnTo>
                  <a:lnTo>
                    <a:pt x="226" y="551"/>
                  </a:lnTo>
                  <a:lnTo>
                    <a:pt x="226" y="436"/>
                  </a:lnTo>
                  <a:lnTo>
                    <a:pt x="156" y="436"/>
                  </a:lnTo>
                  <a:lnTo>
                    <a:pt x="156" y="551"/>
                  </a:lnTo>
                  <a:lnTo>
                    <a:pt x="33" y="551"/>
                  </a:lnTo>
                  <a:lnTo>
                    <a:pt x="33" y="106"/>
                  </a:lnTo>
                  <a:lnTo>
                    <a:pt x="0" y="106"/>
                  </a:lnTo>
                  <a:lnTo>
                    <a:pt x="0" y="85"/>
                  </a:lnTo>
                  <a:lnTo>
                    <a:pt x="71" y="54"/>
                  </a:lnTo>
                  <a:lnTo>
                    <a:pt x="187" y="0"/>
                  </a:lnTo>
                  <a:lnTo>
                    <a:pt x="303" y="54"/>
                  </a:lnTo>
                  <a:lnTo>
                    <a:pt x="370" y="83"/>
                  </a:lnTo>
                  <a:lnTo>
                    <a:pt x="370" y="106"/>
                  </a:lnTo>
                  <a:lnTo>
                    <a:pt x="343" y="106"/>
                  </a:lnTo>
                  <a:lnTo>
                    <a:pt x="343" y="230"/>
                  </a:lnTo>
                  <a:lnTo>
                    <a:pt x="343" y="230"/>
                  </a:lnTo>
                  <a:close/>
                  <a:moveTo>
                    <a:pt x="170" y="156"/>
                  </a:moveTo>
                  <a:lnTo>
                    <a:pt x="170" y="217"/>
                  </a:lnTo>
                  <a:lnTo>
                    <a:pt x="214" y="217"/>
                  </a:lnTo>
                  <a:lnTo>
                    <a:pt x="214" y="156"/>
                  </a:lnTo>
                  <a:lnTo>
                    <a:pt x="170" y="156"/>
                  </a:lnTo>
                  <a:lnTo>
                    <a:pt x="170" y="156"/>
                  </a:lnTo>
                  <a:close/>
                  <a:moveTo>
                    <a:pt x="75" y="156"/>
                  </a:moveTo>
                  <a:lnTo>
                    <a:pt x="75" y="217"/>
                  </a:lnTo>
                  <a:lnTo>
                    <a:pt x="118" y="217"/>
                  </a:lnTo>
                  <a:lnTo>
                    <a:pt x="118" y="156"/>
                  </a:lnTo>
                  <a:lnTo>
                    <a:pt x="75" y="156"/>
                  </a:lnTo>
                  <a:lnTo>
                    <a:pt x="75" y="156"/>
                  </a:lnTo>
                  <a:close/>
                  <a:moveTo>
                    <a:pt x="440" y="319"/>
                  </a:moveTo>
                  <a:lnTo>
                    <a:pt x="440" y="376"/>
                  </a:lnTo>
                  <a:lnTo>
                    <a:pt x="482" y="376"/>
                  </a:lnTo>
                  <a:lnTo>
                    <a:pt x="482" y="319"/>
                  </a:lnTo>
                  <a:lnTo>
                    <a:pt x="440" y="319"/>
                  </a:lnTo>
                  <a:lnTo>
                    <a:pt x="440" y="319"/>
                  </a:lnTo>
                  <a:close/>
                  <a:moveTo>
                    <a:pt x="376" y="403"/>
                  </a:moveTo>
                  <a:lnTo>
                    <a:pt x="376" y="459"/>
                  </a:lnTo>
                  <a:lnTo>
                    <a:pt x="416" y="459"/>
                  </a:lnTo>
                  <a:lnTo>
                    <a:pt x="416" y="403"/>
                  </a:lnTo>
                  <a:lnTo>
                    <a:pt x="376" y="403"/>
                  </a:lnTo>
                  <a:lnTo>
                    <a:pt x="376" y="403"/>
                  </a:lnTo>
                  <a:close/>
                  <a:moveTo>
                    <a:pt x="503" y="403"/>
                  </a:moveTo>
                  <a:lnTo>
                    <a:pt x="503" y="459"/>
                  </a:lnTo>
                  <a:lnTo>
                    <a:pt x="544" y="459"/>
                  </a:lnTo>
                  <a:lnTo>
                    <a:pt x="544" y="403"/>
                  </a:lnTo>
                  <a:lnTo>
                    <a:pt x="503" y="403"/>
                  </a:lnTo>
                  <a:lnTo>
                    <a:pt x="503" y="403"/>
                  </a:lnTo>
                  <a:close/>
                  <a:moveTo>
                    <a:pt x="440" y="403"/>
                  </a:moveTo>
                  <a:lnTo>
                    <a:pt x="440" y="459"/>
                  </a:lnTo>
                  <a:lnTo>
                    <a:pt x="482" y="459"/>
                  </a:lnTo>
                  <a:lnTo>
                    <a:pt x="482" y="403"/>
                  </a:lnTo>
                  <a:lnTo>
                    <a:pt x="440" y="403"/>
                  </a:lnTo>
                  <a:lnTo>
                    <a:pt x="440" y="403"/>
                  </a:lnTo>
                  <a:close/>
                  <a:moveTo>
                    <a:pt x="376" y="319"/>
                  </a:moveTo>
                  <a:lnTo>
                    <a:pt x="376" y="376"/>
                  </a:lnTo>
                  <a:lnTo>
                    <a:pt x="416" y="376"/>
                  </a:lnTo>
                  <a:lnTo>
                    <a:pt x="416" y="319"/>
                  </a:lnTo>
                  <a:lnTo>
                    <a:pt x="376" y="319"/>
                  </a:lnTo>
                  <a:lnTo>
                    <a:pt x="376" y="319"/>
                  </a:lnTo>
                  <a:close/>
                  <a:moveTo>
                    <a:pt x="503" y="319"/>
                  </a:moveTo>
                  <a:lnTo>
                    <a:pt x="503" y="376"/>
                  </a:lnTo>
                  <a:lnTo>
                    <a:pt x="544" y="376"/>
                  </a:lnTo>
                  <a:lnTo>
                    <a:pt x="544" y="319"/>
                  </a:lnTo>
                  <a:lnTo>
                    <a:pt x="503" y="319"/>
                  </a:lnTo>
                  <a:lnTo>
                    <a:pt x="503" y="319"/>
                  </a:lnTo>
                  <a:close/>
                  <a:moveTo>
                    <a:pt x="260" y="416"/>
                  </a:moveTo>
                  <a:lnTo>
                    <a:pt x="260" y="476"/>
                  </a:lnTo>
                  <a:lnTo>
                    <a:pt x="305" y="476"/>
                  </a:lnTo>
                  <a:lnTo>
                    <a:pt x="305" y="416"/>
                  </a:lnTo>
                  <a:lnTo>
                    <a:pt x="260" y="416"/>
                  </a:lnTo>
                  <a:lnTo>
                    <a:pt x="260" y="416"/>
                  </a:lnTo>
                  <a:close/>
                  <a:moveTo>
                    <a:pt x="75" y="416"/>
                  </a:moveTo>
                  <a:lnTo>
                    <a:pt x="75" y="476"/>
                  </a:lnTo>
                  <a:lnTo>
                    <a:pt x="118" y="476"/>
                  </a:lnTo>
                  <a:lnTo>
                    <a:pt x="118" y="416"/>
                  </a:lnTo>
                  <a:lnTo>
                    <a:pt x="75" y="416"/>
                  </a:lnTo>
                  <a:lnTo>
                    <a:pt x="75" y="416"/>
                  </a:lnTo>
                  <a:close/>
                  <a:moveTo>
                    <a:pt x="260" y="330"/>
                  </a:moveTo>
                  <a:lnTo>
                    <a:pt x="260" y="393"/>
                  </a:lnTo>
                  <a:lnTo>
                    <a:pt x="305" y="393"/>
                  </a:lnTo>
                  <a:lnTo>
                    <a:pt x="305" y="330"/>
                  </a:lnTo>
                  <a:lnTo>
                    <a:pt x="260" y="330"/>
                  </a:lnTo>
                  <a:lnTo>
                    <a:pt x="260" y="330"/>
                  </a:lnTo>
                  <a:close/>
                  <a:moveTo>
                    <a:pt x="170" y="330"/>
                  </a:moveTo>
                  <a:lnTo>
                    <a:pt x="170" y="393"/>
                  </a:lnTo>
                  <a:lnTo>
                    <a:pt x="214" y="393"/>
                  </a:lnTo>
                  <a:lnTo>
                    <a:pt x="214" y="330"/>
                  </a:lnTo>
                  <a:lnTo>
                    <a:pt x="170" y="330"/>
                  </a:lnTo>
                  <a:lnTo>
                    <a:pt x="170" y="330"/>
                  </a:lnTo>
                  <a:close/>
                  <a:moveTo>
                    <a:pt x="75" y="330"/>
                  </a:moveTo>
                  <a:lnTo>
                    <a:pt x="75" y="393"/>
                  </a:lnTo>
                  <a:lnTo>
                    <a:pt x="118" y="393"/>
                  </a:lnTo>
                  <a:lnTo>
                    <a:pt x="118" y="330"/>
                  </a:lnTo>
                  <a:lnTo>
                    <a:pt x="75" y="330"/>
                  </a:lnTo>
                  <a:lnTo>
                    <a:pt x="75" y="330"/>
                  </a:lnTo>
                  <a:close/>
                  <a:moveTo>
                    <a:pt x="260" y="242"/>
                  </a:moveTo>
                  <a:lnTo>
                    <a:pt x="260" y="305"/>
                  </a:lnTo>
                  <a:lnTo>
                    <a:pt x="305" y="305"/>
                  </a:lnTo>
                  <a:lnTo>
                    <a:pt x="305" y="242"/>
                  </a:lnTo>
                  <a:lnTo>
                    <a:pt x="260" y="242"/>
                  </a:lnTo>
                  <a:lnTo>
                    <a:pt x="260" y="242"/>
                  </a:lnTo>
                  <a:close/>
                  <a:moveTo>
                    <a:pt x="170" y="242"/>
                  </a:moveTo>
                  <a:lnTo>
                    <a:pt x="170" y="305"/>
                  </a:lnTo>
                  <a:lnTo>
                    <a:pt x="214" y="305"/>
                  </a:lnTo>
                  <a:lnTo>
                    <a:pt x="214" y="242"/>
                  </a:lnTo>
                  <a:lnTo>
                    <a:pt x="170" y="242"/>
                  </a:lnTo>
                  <a:lnTo>
                    <a:pt x="170" y="242"/>
                  </a:lnTo>
                  <a:close/>
                  <a:moveTo>
                    <a:pt x="75" y="242"/>
                  </a:moveTo>
                  <a:lnTo>
                    <a:pt x="75" y="305"/>
                  </a:lnTo>
                  <a:lnTo>
                    <a:pt x="118" y="305"/>
                  </a:lnTo>
                  <a:lnTo>
                    <a:pt x="118" y="242"/>
                  </a:lnTo>
                  <a:lnTo>
                    <a:pt x="75" y="242"/>
                  </a:lnTo>
                  <a:lnTo>
                    <a:pt x="75" y="242"/>
                  </a:lnTo>
                  <a:close/>
                  <a:moveTo>
                    <a:pt x="260" y="156"/>
                  </a:moveTo>
                  <a:lnTo>
                    <a:pt x="260" y="217"/>
                  </a:lnTo>
                  <a:lnTo>
                    <a:pt x="305" y="217"/>
                  </a:lnTo>
                  <a:lnTo>
                    <a:pt x="305" y="156"/>
                  </a:lnTo>
                  <a:lnTo>
                    <a:pt x="260" y="156"/>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grpSp>
      <p:grpSp>
        <p:nvGrpSpPr>
          <p:cNvPr id="26" name="组合 25"/>
          <p:cNvGrpSpPr/>
          <p:nvPr/>
        </p:nvGrpSpPr>
        <p:grpSpPr>
          <a:xfrm>
            <a:off x="6748403" y="840259"/>
            <a:ext cx="3912821" cy="806096"/>
            <a:chOff x="1365605" y="2880361"/>
            <a:chExt cx="3912821" cy="806096"/>
          </a:xfrm>
        </p:grpSpPr>
        <p:sp>
          <p:nvSpPr>
            <p:cNvPr id="27" name="椭圆 26"/>
            <p:cNvSpPr/>
            <p:nvPr/>
          </p:nvSpPr>
          <p:spPr>
            <a:xfrm>
              <a:off x="1365605" y="2880361"/>
              <a:ext cx="806096" cy="806096"/>
            </a:xfrm>
            <a:prstGeom prst="ellipse">
              <a:avLst/>
            </a:prstGeom>
            <a:solidFill>
              <a:schemeClr val="accent1"/>
            </a:solidFill>
            <a:ln>
              <a:noFill/>
            </a:ln>
            <a:effectLst>
              <a:outerShdw blurRad="114300" sx="108000" sy="108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宋体 Heavy" panose="02020900000000000000" pitchFamily="18" charset="-122"/>
                  <a:ea typeface="思源宋体 Heavy" panose="02020900000000000000" pitchFamily="18" charset="-122"/>
                </a:rPr>
                <a:t>1</a:t>
              </a:r>
              <a:endParaRPr lang="zh-CN" altLang="en-US" sz="2400" dirty="0">
                <a:latin typeface="思源宋体 Heavy" panose="02020900000000000000" pitchFamily="18" charset="-122"/>
                <a:ea typeface="思源宋体 Heavy" panose="02020900000000000000" pitchFamily="18" charset="-122"/>
              </a:endParaRPr>
            </a:p>
          </p:txBody>
        </p:sp>
        <p:sp>
          <p:nvSpPr>
            <p:cNvPr id="28" name="文本框 27"/>
            <p:cNvSpPr txBox="1"/>
            <p:nvPr/>
          </p:nvSpPr>
          <p:spPr>
            <a:xfrm>
              <a:off x="2221179" y="3021799"/>
              <a:ext cx="3057247" cy="523220"/>
            </a:xfrm>
            <a:prstGeom prst="rect">
              <a:avLst/>
            </a:prstGeom>
            <a:noFill/>
          </p:spPr>
          <p:txBody>
            <a:bodyPr wrap="none" rtlCol="0">
              <a:spAutoFit/>
            </a:bodyPr>
            <a:lstStyle/>
            <a:p>
              <a:r>
                <a:rPr lang="zh-CN" altLang="en-US" sz="2800" b="1" dirty="0">
                  <a:solidFill>
                    <a:schemeClr val="tx1">
                      <a:lumMod val="85000"/>
                      <a:lumOff val="15000"/>
                    </a:schemeClr>
                  </a:solidFill>
                  <a:latin typeface="思源宋体 Heavy" panose="02020900000000000000" pitchFamily="18" charset="-122"/>
                  <a:ea typeface="思源宋体 Heavy" panose="02020900000000000000" pitchFamily="18" charset="-122"/>
                </a:rPr>
                <a:t>检索增强技术简介</a:t>
              </a:r>
            </a:p>
          </p:txBody>
        </p:sp>
      </p:grpSp>
      <p:grpSp>
        <p:nvGrpSpPr>
          <p:cNvPr id="30" name="组合 29"/>
          <p:cNvGrpSpPr/>
          <p:nvPr/>
        </p:nvGrpSpPr>
        <p:grpSpPr>
          <a:xfrm>
            <a:off x="7587685" y="3090927"/>
            <a:ext cx="3194893" cy="806096"/>
            <a:chOff x="1365605" y="2880361"/>
            <a:chExt cx="3194893" cy="806096"/>
          </a:xfrm>
        </p:grpSpPr>
        <p:sp>
          <p:nvSpPr>
            <p:cNvPr id="31" name="椭圆 30"/>
            <p:cNvSpPr/>
            <p:nvPr/>
          </p:nvSpPr>
          <p:spPr>
            <a:xfrm>
              <a:off x="1365605" y="2880361"/>
              <a:ext cx="806096" cy="806096"/>
            </a:xfrm>
            <a:prstGeom prst="ellipse">
              <a:avLst/>
            </a:prstGeom>
            <a:solidFill>
              <a:schemeClr val="accent1"/>
            </a:solidFill>
            <a:ln>
              <a:noFill/>
            </a:ln>
            <a:effectLst>
              <a:outerShdw blurRad="114300" sx="108000" sy="108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宋体 Heavy" panose="02020900000000000000" pitchFamily="18" charset="-122"/>
                  <a:ea typeface="思源宋体 Heavy" panose="02020900000000000000" pitchFamily="18" charset="-122"/>
                </a:rPr>
                <a:t>3</a:t>
              </a:r>
              <a:endParaRPr lang="zh-CN" altLang="en-US" sz="2400" dirty="0">
                <a:latin typeface="思源宋体 Heavy" panose="02020900000000000000" pitchFamily="18" charset="-122"/>
                <a:ea typeface="思源宋体 Heavy" panose="02020900000000000000" pitchFamily="18" charset="-122"/>
              </a:endParaRPr>
            </a:p>
          </p:txBody>
        </p:sp>
        <p:sp>
          <p:nvSpPr>
            <p:cNvPr id="32" name="文本框 31"/>
            <p:cNvSpPr txBox="1"/>
            <p:nvPr/>
          </p:nvSpPr>
          <p:spPr>
            <a:xfrm>
              <a:off x="2221396" y="3021797"/>
              <a:ext cx="2339102" cy="523220"/>
            </a:xfrm>
            <a:prstGeom prst="rect">
              <a:avLst/>
            </a:prstGeom>
            <a:noFill/>
          </p:spPr>
          <p:txBody>
            <a:bodyPr wrap="none" rtlCol="0">
              <a:spAutoFit/>
            </a:bodyPr>
            <a:lstStyle/>
            <a:p>
              <a:r>
                <a:rPr lang="zh-CN" altLang="en-US" sz="2800" b="1" dirty="0">
                  <a:solidFill>
                    <a:schemeClr val="tx1">
                      <a:lumMod val="85000"/>
                      <a:lumOff val="15000"/>
                    </a:schemeClr>
                  </a:solidFill>
                  <a:latin typeface="思源宋体 Heavy" panose="02020900000000000000" pitchFamily="18" charset="-122"/>
                  <a:ea typeface="思源宋体 Heavy" panose="02020900000000000000" pitchFamily="18" charset="-122"/>
                </a:rPr>
                <a:t>多种检索机制</a:t>
              </a:r>
            </a:p>
          </p:txBody>
        </p:sp>
      </p:grpSp>
      <p:grpSp>
        <p:nvGrpSpPr>
          <p:cNvPr id="34" name="组合 33"/>
          <p:cNvGrpSpPr/>
          <p:nvPr/>
        </p:nvGrpSpPr>
        <p:grpSpPr>
          <a:xfrm>
            <a:off x="7276373" y="1943946"/>
            <a:ext cx="3223549" cy="806096"/>
            <a:chOff x="1365605" y="2880361"/>
            <a:chExt cx="3223549" cy="806096"/>
          </a:xfrm>
        </p:grpSpPr>
        <p:sp>
          <p:nvSpPr>
            <p:cNvPr id="35" name="椭圆 34"/>
            <p:cNvSpPr/>
            <p:nvPr/>
          </p:nvSpPr>
          <p:spPr>
            <a:xfrm>
              <a:off x="1365605" y="2880361"/>
              <a:ext cx="806096" cy="806096"/>
            </a:xfrm>
            <a:prstGeom prst="ellipse">
              <a:avLst/>
            </a:prstGeom>
            <a:solidFill>
              <a:schemeClr val="accent2"/>
            </a:solidFill>
            <a:ln>
              <a:noFill/>
            </a:ln>
            <a:effectLst>
              <a:outerShdw blurRad="114300" sx="108000" sy="108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宋体 Heavy" panose="02020900000000000000" pitchFamily="18" charset="-122"/>
                  <a:ea typeface="思源宋体 Heavy" panose="02020900000000000000" pitchFamily="18" charset="-122"/>
                </a:rPr>
                <a:t>2</a:t>
              </a:r>
              <a:endParaRPr lang="zh-CN" altLang="en-US" sz="2400" dirty="0">
                <a:latin typeface="思源宋体 Heavy" panose="02020900000000000000" pitchFamily="18" charset="-122"/>
                <a:ea typeface="思源宋体 Heavy" panose="02020900000000000000" pitchFamily="18" charset="-122"/>
              </a:endParaRPr>
            </a:p>
          </p:txBody>
        </p:sp>
        <p:sp>
          <p:nvSpPr>
            <p:cNvPr id="36" name="文本框 35"/>
            <p:cNvSpPr txBox="1"/>
            <p:nvPr/>
          </p:nvSpPr>
          <p:spPr>
            <a:xfrm>
              <a:off x="2250052" y="3021798"/>
              <a:ext cx="2339102" cy="523220"/>
            </a:xfrm>
            <a:prstGeom prst="rect">
              <a:avLst/>
            </a:prstGeom>
            <a:noFill/>
          </p:spPr>
          <p:txBody>
            <a:bodyPr wrap="none" rtlCol="0">
              <a:spAutoFit/>
            </a:bodyPr>
            <a:lstStyle/>
            <a:p>
              <a:r>
                <a:rPr lang="zh-CN" altLang="en-US" sz="2800" b="1" dirty="0">
                  <a:solidFill>
                    <a:schemeClr val="tx1">
                      <a:lumMod val="85000"/>
                      <a:lumOff val="15000"/>
                    </a:schemeClr>
                  </a:solidFill>
                  <a:latin typeface="思源宋体 Heavy" panose="02020900000000000000" pitchFamily="18" charset="-122"/>
                  <a:ea typeface="思源宋体 Heavy" panose="02020900000000000000" pitchFamily="18" charset="-122"/>
                </a:rPr>
                <a:t>核心架构解析</a:t>
              </a:r>
            </a:p>
          </p:txBody>
        </p:sp>
      </p:grpSp>
      <p:grpSp>
        <p:nvGrpSpPr>
          <p:cNvPr id="38" name="组合 37"/>
          <p:cNvGrpSpPr/>
          <p:nvPr/>
        </p:nvGrpSpPr>
        <p:grpSpPr>
          <a:xfrm>
            <a:off x="7270734" y="4300071"/>
            <a:ext cx="3194676" cy="806096"/>
            <a:chOff x="1365605" y="2880361"/>
            <a:chExt cx="3194676" cy="806096"/>
          </a:xfrm>
        </p:grpSpPr>
        <p:sp>
          <p:nvSpPr>
            <p:cNvPr id="39" name="椭圆 38"/>
            <p:cNvSpPr/>
            <p:nvPr/>
          </p:nvSpPr>
          <p:spPr>
            <a:xfrm>
              <a:off x="1365605" y="2880361"/>
              <a:ext cx="806096" cy="806096"/>
            </a:xfrm>
            <a:prstGeom prst="ellipse">
              <a:avLst/>
            </a:prstGeom>
            <a:solidFill>
              <a:schemeClr val="accent2"/>
            </a:solidFill>
            <a:ln>
              <a:noFill/>
            </a:ln>
            <a:effectLst>
              <a:outerShdw blurRad="114300" sx="108000" sy="108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宋体 Heavy" panose="02020900000000000000" pitchFamily="18" charset="-122"/>
                  <a:ea typeface="思源宋体 Heavy" panose="02020900000000000000" pitchFamily="18" charset="-122"/>
                </a:rPr>
                <a:t>4</a:t>
              </a:r>
              <a:endParaRPr lang="zh-CN" altLang="en-US" sz="2400" dirty="0">
                <a:latin typeface="思源宋体 Heavy" panose="02020900000000000000" pitchFamily="18" charset="-122"/>
                <a:ea typeface="思源宋体 Heavy" panose="02020900000000000000" pitchFamily="18" charset="-122"/>
              </a:endParaRPr>
            </a:p>
          </p:txBody>
        </p:sp>
        <p:sp>
          <p:nvSpPr>
            <p:cNvPr id="40" name="文本框 39"/>
            <p:cNvSpPr txBox="1"/>
            <p:nvPr/>
          </p:nvSpPr>
          <p:spPr>
            <a:xfrm>
              <a:off x="2221179" y="2928304"/>
              <a:ext cx="2339102" cy="523220"/>
            </a:xfrm>
            <a:prstGeom prst="rect">
              <a:avLst/>
            </a:prstGeom>
            <a:noFill/>
          </p:spPr>
          <p:txBody>
            <a:bodyPr wrap="none" rtlCol="0">
              <a:spAutoFit/>
            </a:bodyPr>
            <a:lstStyle/>
            <a:p>
              <a:r>
                <a:rPr lang="zh-CN" altLang="en-US" sz="2800" b="1" dirty="0">
                  <a:solidFill>
                    <a:schemeClr val="tx1">
                      <a:lumMod val="85000"/>
                      <a:lumOff val="15000"/>
                    </a:schemeClr>
                  </a:solidFill>
                  <a:latin typeface="思源宋体 Heavy" panose="02020900000000000000" pitchFamily="18" charset="-122"/>
                  <a:ea typeface="思源宋体 Heavy" panose="02020900000000000000" pitchFamily="18" charset="-122"/>
                </a:rPr>
                <a:t>领域研究前沿</a:t>
              </a:r>
            </a:p>
          </p:txBody>
        </p:sp>
      </p:grpSp>
      <p:sp>
        <p:nvSpPr>
          <p:cNvPr id="42" name="矩形 41"/>
          <p:cNvSpPr/>
          <p:nvPr/>
        </p:nvSpPr>
        <p:spPr>
          <a:xfrm>
            <a:off x="3872460" y="1108224"/>
            <a:ext cx="981541" cy="4441642"/>
          </a:xfrm>
          <a:prstGeom prst="rect">
            <a:avLst/>
          </a:prstGeom>
        </p:spPr>
        <p:txBody>
          <a:bodyPr vert="eaVert" anchor="b" anchorCtr="0">
            <a:noAutofit/>
          </a:bodyPr>
          <a:lstStyle/>
          <a:p>
            <a:pPr algn="ctr">
              <a:lnSpc>
                <a:spcPct val="120000"/>
              </a:lnSpc>
            </a:pPr>
            <a:r>
              <a:rPr lang="en-US" altLang="zh-CN" sz="3200" b="1" dirty="0">
                <a:solidFill>
                  <a:schemeClr val="bg1"/>
                </a:solidFill>
                <a:latin typeface="思源宋体 Heavy" panose="02020900000000000000" pitchFamily="18" charset="-122"/>
                <a:ea typeface="思源宋体 Heavy" panose="02020900000000000000" pitchFamily="18" charset="-122"/>
              </a:rPr>
              <a:t>CONTEN</a:t>
            </a:r>
            <a:r>
              <a:rPr lang="en-US" altLang="zh-CN" sz="200" b="1" dirty="0">
                <a:solidFill>
                  <a:schemeClr val="bg1"/>
                </a:solidFill>
                <a:latin typeface="思源宋体 Heavy" panose="02020900000000000000" pitchFamily="18" charset="-122"/>
                <a:ea typeface="思源宋体 Heavy" panose="02020900000000000000" pitchFamily="18" charset="-122"/>
              </a:rPr>
              <a:t> </a:t>
            </a:r>
            <a:r>
              <a:rPr lang="en-US" altLang="zh-CN" sz="3200" b="1" dirty="0">
                <a:solidFill>
                  <a:schemeClr val="bg1"/>
                </a:solidFill>
                <a:latin typeface="思源宋体 Heavy" panose="02020900000000000000" pitchFamily="18" charset="-122"/>
                <a:ea typeface="思源宋体 Heavy" panose="02020900000000000000" pitchFamily="18" charset="-122"/>
              </a:rPr>
              <a:t>TS</a:t>
            </a:r>
            <a:endParaRPr lang="en-US" altLang="zh-CN" sz="3600" b="1" dirty="0">
              <a:solidFill>
                <a:schemeClr val="bg1"/>
              </a:solidFill>
              <a:latin typeface="思源宋体 Heavy" panose="02020900000000000000" pitchFamily="18" charset="-122"/>
              <a:ea typeface="思源宋体 Heavy" panose="02020900000000000000" pitchFamily="18" charset="-122"/>
            </a:endParaRPr>
          </a:p>
        </p:txBody>
      </p:sp>
      <p:sp>
        <p:nvSpPr>
          <p:cNvPr id="45" name="iconfont-11208-5297042"/>
          <p:cNvSpPr/>
          <p:nvPr/>
        </p:nvSpPr>
        <p:spPr>
          <a:xfrm>
            <a:off x="267970" y="254635"/>
            <a:ext cx="546735" cy="364490"/>
          </a:xfrm>
          <a:custGeom>
            <a:avLst/>
            <a:gdLst>
              <a:gd name="T0" fmla="*/ 9997 w 9997"/>
              <a:gd name="T1" fmla="*/ 1668 h 6664"/>
              <a:gd name="T2" fmla="*/ 9902 w 9997"/>
              <a:gd name="T3" fmla="*/ 1803 h 6664"/>
              <a:gd name="T4" fmla="*/ 5041 w 9997"/>
              <a:gd name="T5" fmla="*/ 3331 h 6664"/>
              <a:gd name="T6" fmla="*/ 4997 w 9997"/>
              <a:gd name="T7" fmla="*/ 3336 h 6664"/>
              <a:gd name="T8" fmla="*/ 4953 w 9997"/>
              <a:gd name="T9" fmla="*/ 3331 h 6664"/>
              <a:gd name="T10" fmla="*/ 2123 w 9997"/>
              <a:gd name="T11" fmla="*/ 2436 h 6664"/>
              <a:gd name="T12" fmla="*/ 1816 w 9997"/>
              <a:gd name="T13" fmla="*/ 2919 h 6664"/>
              <a:gd name="T14" fmla="*/ 1668 w 9997"/>
              <a:gd name="T15" fmla="*/ 3694 h 6664"/>
              <a:gd name="T16" fmla="*/ 1941 w 9997"/>
              <a:gd name="T17" fmla="*/ 4167 h 6664"/>
              <a:gd name="T18" fmla="*/ 1690 w 9997"/>
              <a:gd name="T19" fmla="*/ 4631 h 6664"/>
              <a:gd name="T20" fmla="*/ 1941 w 9997"/>
              <a:gd name="T21" fmla="*/ 6509 h 6664"/>
              <a:gd name="T22" fmla="*/ 1906 w 9997"/>
              <a:gd name="T23" fmla="*/ 6617 h 6664"/>
              <a:gd name="T24" fmla="*/ 1802 w 9997"/>
              <a:gd name="T25" fmla="*/ 6664 h 6664"/>
              <a:gd name="T26" fmla="*/ 970 w 9997"/>
              <a:gd name="T27" fmla="*/ 6664 h 6664"/>
              <a:gd name="T28" fmla="*/ 866 w 9997"/>
              <a:gd name="T29" fmla="*/ 6617 h 6664"/>
              <a:gd name="T30" fmla="*/ 831 w 9997"/>
              <a:gd name="T31" fmla="*/ 6509 h 6664"/>
              <a:gd name="T32" fmla="*/ 1085 w 9997"/>
              <a:gd name="T33" fmla="*/ 4630 h 6664"/>
              <a:gd name="T34" fmla="*/ 833 w 9997"/>
              <a:gd name="T35" fmla="*/ 4167 h 6664"/>
              <a:gd name="T36" fmla="*/ 1116 w 9997"/>
              <a:gd name="T37" fmla="*/ 3685 h 6664"/>
              <a:gd name="T38" fmla="*/ 1542 w 9997"/>
              <a:gd name="T39" fmla="*/ 2253 h 6664"/>
              <a:gd name="T40" fmla="*/ 95 w 9997"/>
              <a:gd name="T41" fmla="*/ 1803 h 6664"/>
              <a:gd name="T42" fmla="*/ 0 w 9997"/>
              <a:gd name="T43" fmla="*/ 1668 h 6664"/>
              <a:gd name="T44" fmla="*/ 95 w 9997"/>
              <a:gd name="T45" fmla="*/ 1533 h 6664"/>
              <a:gd name="T46" fmla="*/ 4956 w 9997"/>
              <a:gd name="T47" fmla="*/ 5 h 6664"/>
              <a:gd name="T48" fmla="*/ 5000 w 9997"/>
              <a:gd name="T49" fmla="*/ 0 h 6664"/>
              <a:gd name="T50" fmla="*/ 5043 w 9997"/>
              <a:gd name="T51" fmla="*/ 5 h 6664"/>
              <a:gd name="T52" fmla="*/ 9902 w 9997"/>
              <a:gd name="T53" fmla="*/ 1533 h 6664"/>
              <a:gd name="T54" fmla="*/ 9997 w 9997"/>
              <a:gd name="T55" fmla="*/ 1668 h 6664"/>
              <a:gd name="T56" fmla="*/ 7697 w 9997"/>
              <a:gd name="T57" fmla="*/ 3074 h 6664"/>
              <a:gd name="T58" fmla="*/ 7776 w 9997"/>
              <a:gd name="T59" fmla="*/ 4446 h 6664"/>
              <a:gd name="T60" fmla="*/ 7420 w 9997"/>
              <a:gd name="T61" fmla="*/ 5002 h 6664"/>
              <a:gd name="T62" fmla="*/ 6399 w 9997"/>
              <a:gd name="T63" fmla="*/ 5408 h 6664"/>
              <a:gd name="T64" fmla="*/ 4998 w 9997"/>
              <a:gd name="T65" fmla="*/ 5558 h 6664"/>
              <a:gd name="T66" fmla="*/ 3597 w 9997"/>
              <a:gd name="T67" fmla="*/ 5408 h 6664"/>
              <a:gd name="T68" fmla="*/ 2577 w 9997"/>
              <a:gd name="T69" fmla="*/ 5002 h 6664"/>
              <a:gd name="T70" fmla="*/ 2221 w 9997"/>
              <a:gd name="T71" fmla="*/ 4446 h 6664"/>
              <a:gd name="T72" fmla="*/ 2299 w 9997"/>
              <a:gd name="T73" fmla="*/ 3074 h 6664"/>
              <a:gd name="T74" fmla="*/ 4791 w 9997"/>
              <a:gd name="T75" fmla="*/ 3861 h 6664"/>
              <a:gd name="T76" fmla="*/ 4999 w 9997"/>
              <a:gd name="T77" fmla="*/ 3891 h 6664"/>
              <a:gd name="T78" fmla="*/ 5208 w 9997"/>
              <a:gd name="T79" fmla="*/ 3861 h 6664"/>
              <a:gd name="T80" fmla="*/ 7697 w 9997"/>
              <a:gd name="T81" fmla="*/ 3074 h 6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97" h="6664">
                <a:moveTo>
                  <a:pt x="9997" y="1668"/>
                </a:moveTo>
                <a:cubicBezTo>
                  <a:pt x="9997" y="1734"/>
                  <a:pt x="9966" y="1779"/>
                  <a:pt x="9902" y="1803"/>
                </a:cubicBezTo>
                <a:lnTo>
                  <a:pt x="5041" y="3331"/>
                </a:lnTo>
                <a:cubicBezTo>
                  <a:pt x="5030" y="3334"/>
                  <a:pt x="5015" y="3336"/>
                  <a:pt x="4997" y="3336"/>
                </a:cubicBezTo>
                <a:cubicBezTo>
                  <a:pt x="4980" y="3336"/>
                  <a:pt x="4966" y="3334"/>
                  <a:pt x="4953" y="3331"/>
                </a:cubicBezTo>
                <a:lnTo>
                  <a:pt x="2123" y="2436"/>
                </a:lnTo>
                <a:cubicBezTo>
                  <a:pt x="2000" y="2534"/>
                  <a:pt x="1896" y="2696"/>
                  <a:pt x="1816" y="2919"/>
                </a:cubicBezTo>
                <a:cubicBezTo>
                  <a:pt x="1735" y="3143"/>
                  <a:pt x="1686" y="3402"/>
                  <a:pt x="1668" y="3694"/>
                </a:cubicBezTo>
                <a:cubicBezTo>
                  <a:pt x="1851" y="3798"/>
                  <a:pt x="1941" y="3957"/>
                  <a:pt x="1941" y="4167"/>
                </a:cubicBezTo>
                <a:cubicBezTo>
                  <a:pt x="1941" y="4367"/>
                  <a:pt x="1857" y="4522"/>
                  <a:pt x="1690" y="4631"/>
                </a:cubicBezTo>
                <a:lnTo>
                  <a:pt x="1941" y="6509"/>
                </a:lnTo>
                <a:cubicBezTo>
                  <a:pt x="1947" y="6549"/>
                  <a:pt x="1935" y="6586"/>
                  <a:pt x="1906" y="6617"/>
                </a:cubicBezTo>
                <a:cubicBezTo>
                  <a:pt x="1879" y="6648"/>
                  <a:pt x="1845" y="6664"/>
                  <a:pt x="1802" y="6664"/>
                </a:cubicBezTo>
                <a:lnTo>
                  <a:pt x="970" y="6664"/>
                </a:lnTo>
                <a:cubicBezTo>
                  <a:pt x="926" y="6664"/>
                  <a:pt x="891" y="6648"/>
                  <a:pt x="866" y="6617"/>
                </a:cubicBezTo>
                <a:cubicBezTo>
                  <a:pt x="837" y="6586"/>
                  <a:pt x="826" y="6549"/>
                  <a:pt x="831" y="6509"/>
                </a:cubicBezTo>
                <a:lnTo>
                  <a:pt x="1085" y="4630"/>
                </a:lnTo>
                <a:cubicBezTo>
                  <a:pt x="916" y="4521"/>
                  <a:pt x="833" y="4364"/>
                  <a:pt x="833" y="4167"/>
                </a:cubicBezTo>
                <a:cubicBezTo>
                  <a:pt x="833" y="3955"/>
                  <a:pt x="927" y="3794"/>
                  <a:pt x="1116" y="3685"/>
                </a:cubicBezTo>
                <a:cubicBezTo>
                  <a:pt x="1147" y="3085"/>
                  <a:pt x="1290" y="2609"/>
                  <a:pt x="1542" y="2253"/>
                </a:cubicBezTo>
                <a:lnTo>
                  <a:pt x="95" y="1803"/>
                </a:lnTo>
                <a:cubicBezTo>
                  <a:pt x="31" y="1779"/>
                  <a:pt x="0" y="1735"/>
                  <a:pt x="0" y="1668"/>
                </a:cubicBezTo>
                <a:cubicBezTo>
                  <a:pt x="0" y="1602"/>
                  <a:pt x="31" y="1557"/>
                  <a:pt x="95" y="1533"/>
                </a:cubicBezTo>
                <a:lnTo>
                  <a:pt x="4956" y="5"/>
                </a:lnTo>
                <a:cubicBezTo>
                  <a:pt x="4967" y="2"/>
                  <a:pt x="4982" y="0"/>
                  <a:pt x="5000" y="0"/>
                </a:cubicBezTo>
                <a:cubicBezTo>
                  <a:pt x="5017" y="0"/>
                  <a:pt x="5031" y="2"/>
                  <a:pt x="5043" y="5"/>
                </a:cubicBezTo>
                <a:lnTo>
                  <a:pt x="9902" y="1533"/>
                </a:lnTo>
                <a:cubicBezTo>
                  <a:pt x="9966" y="1557"/>
                  <a:pt x="9997" y="1602"/>
                  <a:pt x="9997" y="1668"/>
                </a:cubicBezTo>
                <a:close/>
                <a:moveTo>
                  <a:pt x="7697" y="3074"/>
                </a:moveTo>
                <a:lnTo>
                  <a:pt x="7776" y="4446"/>
                </a:lnTo>
                <a:cubicBezTo>
                  <a:pt x="7787" y="4646"/>
                  <a:pt x="7670" y="4830"/>
                  <a:pt x="7420" y="5002"/>
                </a:cubicBezTo>
                <a:cubicBezTo>
                  <a:pt x="7170" y="5172"/>
                  <a:pt x="6831" y="5307"/>
                  <a:pt x="6399" y="5408"/>
                </a:cubicBezTo>
                <a:cubicBezTo>
                  <a:pt x="5968" y="5508"/>
                  <a:pt x="5502" y="5558"/>
                  <a:pt x="4998" y="5558"/>
                </a:cubicBezTo>
                <a:cubicBezTo>
                  <a:pt x="4494" y="5558"/>
                  <a:pt x="4027" y="5508"/>
                  <a:pt x="3597" y="5408"/>
                </a:cubicBezTo>
                <a:cubicBezTo>
                  <a:pt x="3166" y="5308"/>
                  <a:pt x="2827" y="5174"/>
                  <a:pt x="2577" y="5002"/>
                </a:cubicBezTo>
                <a:cubicBezTo>
                  <a:pt x="2327" y="4832"/>
                  <a:pt x="2209" y="4646"/>
                  <a:pt x="2221" y="4446"/>
                </a:cubicBezTo>
                <a:lnTo>
                  <a:pt x="2299" y="3074"/>
                </a:lnTo>
                <a:lnTo>
                  <a:pt x="4791" y="3861"/>
                </a:lnTo>
                <a:cubicBezTo>
                  <a:pt x="4854" y="3882"/>
                  <a:pt x="4924" y="3891"/>
                  <a:pt x="4999" y="3891"/>
                </a:cubicBezTo>
                <a:cubicBezTo>
                  <a:pt x="5075" y="3891"/>
                  <a:pt x="5144" y="3882"/>
                  <a:pt x="5208" y="3861"/>
                </a:cubicBezTo>
                <a:lnTo>
                  <a:pt x="7697" y="30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grpSp>
        <p:nvGrpSpPr>
          <p:cNvPr id="47" name="组合 46"/>
          <p:cNvGrpSpPr/>
          <p:nvPr/>
        </p:nvGrpSpPr>
        <p:grpSpPr>
          <a:xfrm>
            <a:off x="10722716" y="6421225"/>
            <a:ext cx="1093905" cy="203200"/>
            <a:chOff x="2400300" y="-914400"/>
            <a:chExt cx="1093905" cy="203200"/>
          </a:xfrm>
        </p:grpSpPr>
        <p:sp>
          <p:nvSpPr>
            <p:cNvPr id="48" name="椭圆 47"/>
            <p:cNvSpPr/>
            <p:nvPr/>
          </p:nvSpPr>
          <p:spPr>
            <a:xfrm>
              <a:off x="2400300"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845653"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3291005"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矩形 51"/>
          <p:cNvSpPr/>
          <p:nvPr/>
        </p:nvSpPr>
        <p:spPr>
          <a:xfrm>
            <a:off x="2736977" y="568376"/>
            <a:ext cx="981541" cy="3528905"/>
          </a:xfrm>
          <a:prstGeom prst="rect">
            <a:avLst/>
          </a:prstGeom>
        </p:spPr>
        <p:txBody>
          <a:bodyPr vert="eaVert" anchor="b" anchorCtr="0">
            <a:noAutofit/>
          </a:bodyPr>
          <a:lstStyle/>
          <a:p>
            <a:pPr algn="ctr">
              <a:lnSpc>
                <a:spcPct val="120000"/>
              </a:lnSpc>
            </a:pPr>
            <a:r>
              <a:rPr lang="zh-CN" altLang="en-US" sz="7200" b="1" dirty="0">
                <a:solidFill>
                  <a:schemeClr val="bg1"/>
                </a:solidFill>
                <a:latin typeface="思源宋体 Heavy" panose="02020900000000000000" pitchFamily="18" charset="-122"/>
                <a:ea typeface="思源宋体 Heavy" panose="02020900000000000000" pitchFamily="18" charset="-122"/>
              </a:rPr>
              <a:t>目 录</a:t>
            </a:r>
            <a:endParaRPr lang="en-US" altLang="zh-CN" sz="8000" b="1" dirty="0">
              <a:solidFill>
                <a:schemeClr val="bg1"/>
              </a:solidFill>
              <a:latin typeface="思源宋体 Heavy" panose="02020900000000000000" pitchFamily="18" charset="-122"/>
              <a:ea typeface="思源宋体 Heavy" panose="02020900000000000000" pitchFamily="18" charset="-122"/>
            </a:endParaRPr>
          </a:p>
        </p:txBody>
      </p:sp>
      <p:grpSp>
        <p:nvGrpSpPr>
          <p:cNvPr id="2" name="组合 1">
            <a:extLst>
              <a:ext uri="{FF2B5EF4-FFF2-40B4-BE49-F238E27FC236}">
                <a16:creationId xmlns:a16="http://schemas.microsoft.com/office/drawing/2014/main" id="{473D67E1-9BE9-735F-F868-3D94C07A08F5}"/>
              </a:ext>
            </a:extLst>
          </p:cNvPr>
          <p:cNvGrpSpPr/>
          <p:nvPr/>
        </p:nvGrpSpPr>
        <p:grpSpPr>
          <a:xfrm>
            <a:off x="6798515" y="5439740"/>
            <a:ext cx="3553749" cy="806096"/>
            <a:chOff x="1365605" y="2880361"/>
            <a:chExt cx="3553749" cy="806096"/>
          </a:xfrm>
        </p:grpSpPr>
        <p:sp>
          <p:nvSpPr>
            <p:cNvPr id="3" name="椭圆 2">
              <a:extLst>
                <a:ext uri="{FF2B5EF4-FFF2-40B4-BE49-F238E27FC236}">
                  <a16:creationId xmlns:a16="http://schemas.microsoft.com/office/drawing/2014/main" id="{E92DE009-2F60-8296-3EB8-98EDE7288BB4}"/>
                </a:ext>
              </a:extLst>
            </p:cNvPr>
            <p:cNvSpPr/>
            <p:nvPr/>
          </p:nvSpPr>
          <p:spPr>
            <a:xfrm>
              <a:off x="1365605" y="2880361"/>
              <a:ext cx="806096" cy="806096"/>
            </a:xfrm>
            <a:prstGeom prst="ellipse">
              <a:avLst/>
            </a:prstGeom>
            <a:solidFill>
              <a:schemeClr val="accent1"/>
            </a:solidFill>
            <a:ln>
              <a:noFill/>
            </a:ln>
            <a:effectLst>
              <a:outerShdw blurRad="114300" sx="108000" sy="108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宋体 Heavy" panose="02020900000000000000" pitchFamily="18" charset="-122"/>
                  <a:ea typeface="思源宋体 Heavy" panose="02020900000000000000" pitchFamily="18" charset="-122"/>
                </a:rPr>
                <a:t>5</a:t>
              </a:r>
              <a:endParaRPr lang="zh-CN" altLang="en-US" sz="2400" dirty="0">
                <a:latin typeface="思源宋体 Heavy" panose="02020900000000000000" pitchFamily="18" charset="-122"/>
                <a:ea typeface="思源宋体 Heavy" panose="02020900000000000000" pitchFamily="18" charset="-122"/>
              </a:endParaRPr>
            </a:p>
          </p:txBody>
        </p:sp>
        <p:sp>
          <p:nvSpPr>
            <p:cNvPr id="6" name="文本框 5">
              <a:extLst>
                <a:ext uri="{FF2B5EF4-FFF2-40B4-BE49-F238E27FC236}">
                  <a16:creationId xmlns:a16="http://schemas.microsoft.com/office/drawing/2014/main" id="{651B2762-8FBF-06CD-F1FE-78EECBED23F7}"/>
                </a:ext>
              </a:extLst>
            </p:cNvPr>
            <p:cNvSpPr txBox="1"/>
            <p:nvPr/>
          </p:nvSpPr>
          <p:spPr>
            <a:xfrm>
              <a:off x="2221179" y="3021799"/>
              <a:ext cx="2698175" cy="523220"/>
            </a:xfrm>
            <a:prstGeom prst="rect">
              <a:avLst/>
            </a:prstGeom>
            <a:noFill/>
          </p:spPr>
          <p:txBody>
            <a:bodyPr wrap="none" rtlCol="0">
              <a:spAutoFit/>
            </a:bodyPr>
            <a:lstStyle/>
            <a:p>
              <a:r>
                <a:rPr lang="zh-CN" altLang="en-US" sz="2800" b="1" dirty="0">
                  <a:solidFill>
                    <a:schemeClr val="tx1">
                      <a:lumMod val="85000"/>
                      <a:lumOff val="15000"/>
                    </a:schemeClr>
                  </a:solidFill>
                  <a:latin typeface="思源宋体 Heavy" panose="02020900000000000000" pitchFamily="18" charset="-122"/>
                  <a:ea typeface="思源宋体 Heavy" panose="02020900000000000000" pitchFamily="18" charset="-122"/>
                </a:rPr>
                <a:t>发展前景与展望</a:t>
              </a: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print">
            <a:extLst>
              <a:ext uri="{28A0092B-C50C-407E-A947-70E740481C1C}">
                <a14:useLocalDpi xmlns:a14="http://schemas.microsoft.com/office/drawing/2010/main" val="0"/>
              </a:ext>
            </a:extLst>
          </a:blip>
          <a:srcRect t="15886" b="7963"/>
          <a:stretch>
            <a:fillRect/>
          </a:stretch>
        </p:blipFill>
        <p:spPr>
          <a:xfrm flipH="1">
            <a:off x="943" y="856036"/>
            <a:ext cx="12190111" cy="5222402"/>
          </a:xfrm>
          <a:prstGeom prst="rect">
            <a:avLst/>
          </a:prstGeom>
        </p:spPr>
      </p:pic>
      <p:sp>
        <p:nvSpPr>
          <p:cNvPr id="6" name="矩形 5"/>
          <p:cNvSpPr/>
          <p:nvPr/>
        </p:nvSpPr>
        <p:spPr>
          <a:xfrm>
            <a:off x="944" y="856036"/>
            <a:ext cx="12191998" cy="5222402"/>
          </a:xfrm>
          <a:prstGeom prst="rect">
            <a:avLst/>
          </a:prstGeom>
          <a:gradFill flip="none" rotWithShape="1">
            <a:gsLst>
              <a:gs pos="0">
                <a:schemeClr val="accent3">
                  <a:alpha val="93000"/>
                </a:schemeClr>
              </a:gs>
              <a:gs pos="75000">
                <a:schemeClr val="accent1">
                  <a:alpha val="9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p:cNvSpPr txBox="1"/>
          <p:nvPr/>
        </p:nvSpPr>
        <p:spPr>
          <a:xfrm>
            <a:off x="366423" y="2959249"/>
            <a:ext cx="7609826" cy="1200329"/>
          </a:xfrm>
          <a:prstGeom prst="rect">
            <a:avLst/>
          </a:prstGeom>
          <a:noFill/>
          <a:effectLst/>
        </p:spPr>
        <p:txBody>
          <a:bodyPr wrap="square" rtlCol="0">
            <a:spAutoFit/>
          </a:bodyPr>
          <a:lstStyle/>
          <a:p>
            <a:pPr algn="ctr"/>
            <a:r>
              <a:rPr lang="zh-CN" altLang="en-US" sz="7200" b="1" dirty="0">
                <a:solidFill>
                  <a:schemeClr val="bg1"/>
                </a:solidFill>
                <a:latin typeface="思源宋体 Heavy" panose="02020900000000000000" pitchFamily="18" charset="-122"/>
                <a:ea typeface="思源宋体 Heavy" panose="02020900000000000000" pitchFamily="18" charset="-122"/>
              </a:rPr>
              <a:t>检索增强技术简介</a:t>
            </a:r>
          </a:p>
        </p:txBody>
      </p:sp>
      <p:sp>
        <p:nvSpPr>
          <p:cNvPr id="12" name="文本框 11"/>
          <p:cNvSpPr txBox="1"/>
          <p:nvPr/>
        </p:nvSpPr>
        <p:spPr>
          <a:xfrm>
            <a:off x="3088828" y="2067417"/>
            <a:ext cx="1952587" cy="584775"/>
          </a:xfrm>
          <a:prstGeom prst="rect">
            <a:avLst/>
          </a:prstGeom>
          <a:noFill/>
        </p:spPr>
        <p:txBody>
          <a:bodyPr wrap="none" rtlCol="0">
            <a:spAutoFit/>
          </a:bodyPr>
          <a:lstStyle/>
          <a:p>
            <a:pPr algn="ctr"/>
            <a:r>
              <a:rPr lang="en-US" altLang="zh-CN" sz="3200" dirty="0">
                <a:solidFill>
                  <a:schemeClr val="accent2"/>
                </a:solidFill>
                <a:latin typeface="思源宋体 Heavy" panose="02020900000000000000" pitchFamily="18" charset="-122"/>
                <a:ea typeface="思源宋体 Heavy" panose="02020900000000000000" pitchFamily="18" charset="-122"/>
              </a:rPr>
              <a:t>PART-01</a:t>
            </a:r>
            <a:endParaRPr lang="zh-CN" altLang="en-US" sz="3200" dirty="0">
              <a:solidFill>
                <a:schemeClr val="accent2"/>
              </a:solidFill>
              <a:latin typeface="思源宋体 Heavy" panose="02020900000000000000" pitchFamily="18" charset="-122"/>
              <a:ea typeface="思源宋体 Heavy" panose="02020900000000000000" pitchFamily="18" charset="-122"/>
            </a:endParaRPr>
          </a:p>
        </p:txBody>
      </p:sp>
      <p:grpSp>
        <p:nvGrpSpPr>
          <p:cNvPr id="18" name="组合 17"/>
          <p:cNvGrpSpPr/>
          <p:nvPr/>
        </p:nvGrpSpPr>
        <p:grpSpPr>
          <a:xfrm>
            <a:off x="10722716" y="6421225"/>
            <a:ext cx="1093905" cy="203200"/>
            <a:chOff x="2400300" y="-914400"/>
            <a:chExt cx="1093905" cy="203200"/>
          </a:xfrm>
        </p:grpSpPr>
        <p:sp>
          <p:nvSpPr>
            <p:cNvPr id="19" name="椭圆 18"/>
            <p:cNvSpPr/>
            <p:nvPr/>
          </p:nvSpPr>
          <p:spPr>
            <a:xfrm>
              <a:off x="2400300"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45653"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3291005"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5" name="图片 14">
            <a:extLst>
              <a:ext uri="{FF2B5EF4-FFF2-40B4-BE49-F238E27FC236}">
                <a16:creationId xmlns:a16="http://schemas.microsoft.com/office/drawing/2014/main" id="{42F8736E-A6FA-4BA5-B182-A81464CC5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1761" y="1798770"/>
            <a:ext cx="3339508" cy="3336933"/>
          </a:xfrm>
          <a:prstGeom prst="rect">
            <a:avLst/>
          </a:prstGeom>
        </p:spPr>
      </p:pic>
      <p:sp>
        <p:nvSpPr>
          <p:cNvPr id="16" name="iconfont-11208-5297042">
            <a:extLst>
              <a:ext uri="{FF2B5EF4-FFF2-40B4-BE49-F238E27FC236}">
                <a16:creationId xmlns:a16="http://schemas.microsoft.com/office/drawing/2014/main" id="{6B4914CD-C63D-452B-8F15-588232AD4881}"/>
              </a:ext>
            </a:extLst>
          </p:cNvPr>
          <p:cNvSpPr/>
          <p:nvPr/>
        </p:nvSpPr>
        <p:spPr>
          <a:xfrm>
            <a:off x="240665" y="328295"/>
            <a:ext cx="546735" cy="364490"/>
          </a:xfrm>
          <a:custGeom>
            <a:avLst/>
            <a:gdLst>
              <a:gd name="T0" fmla="*/ 9997 w 9997"/>
              <a:gd name="T1" fmla="*/ 1668 h 6664"/>
              <a:gd name="T2" fmla="*/ 9902 w 9997"/>
              <a:gd name="T3" fmla="*/ 1803 h 6664"/>
              <a:gd name="T4" fmla="*/ 5041 w 9997"/>
              <a:gd name="T5" fmla="*/ 3331 h 6664"/>
              <a:gd name="T6" fmla="*/ 4997 w 9997"/>
              <a:gd name="T7" fmla="*/ 3336 h 6664"/>
              <a:gd name="T8" fmla="*/ 4953 w 9997"/>
              <a:gd name="T9" fmla="*/ 3331 h 6664"/>
              <a:gd name="T10" fmla="*/ 2123 w 9997"/>
              <a:gd name="T11" fmla="*/ 2436 h 6664"/>
              <a:gd name="T12" fmla="*/ 1816 w 9997"/>
              <a:gd name="T13" fmla="*/ 2919 h 6664"/>
              <a:gd name="T14" fmla="*/ 1668 w 9997"/>
              <a:gd name="T15" fmla="*/ 3694 h 6664"/>
              <a:gd name="T16" fmla="*/ 1941 w 9997"/>
              <a:gd name="T17" fmla="*/ 4167 h 6664"/>
              <a:gd name="T18" fmla="*/ 1690 w 9997"/>
              <a:gd name="T19" fmla="*/ 4631 h 6664"/>
              <a:gd name="T20" fmla="*/ 1941 w 9997"/>
              <a:gd name="T21" fmla="*/ 6509 h 6664"/>
              <a:gd name="T22" fmla="*/ 1906 w 9997"/>
              <a:gd name="T23" fmla="*/ 6617 h 6664"/>
              <a:gd name="T24" fmla="*/ 1802 w 9997"/>
              <a:gd name="T25" fmla="*/ 6664 h 6664"/>
              <a:gd name="T26" fmla="*/ 970 w 9997"/>
              <a:gd name="T27" fmla="*/ 6664 h 6664"/>
              <a:gd name="T28" fmla="*/ 866 w 9997"/>
              <a:gd name="T29" fmla="*/ 6617 h 6664"/>
              <a:gd name="T30" fmla="*/ 831 w 9997"/>
              <a:gd name="T31" fmla="*/ 6509 h 6664"/>
              <a:gd name="T32" fmla="*/ 1085 w 9997"/>
              <a:gd name="T33" fmla="*/ 4630 h 6664"/>
              <a:gd name="T34" fmla="*/ 833 w 9997"/>
              <a:gd name="T35" fmla="*/ 4167 h 6664"/>
              <a:gd name="T36" fmla="*/ 1116 w 9997"/>
              <a:gd name="T37" fmla="*/ 3685 h 6664"/>
              <a:gd name="T38" fmla="*/ 1542 w 9997"/>
              <a:gd name="T39" fmla="*/ 2253 h 6664"/>
              <a:gd name="T40" fmla="*/ 95 w 9997"/>
              <a:gd name="T41" fmla="*/ 1803 h 6664"/>
              <a:gd name="T42" fmla="*/ 0 w 9997"/>
              <a:gd name="T43" fmla="*/ 1668 h 6664"/>
              <a:gd name="T44" fmla="*/ 95 w 9997"/>
              <a:gd name="T45" fmla="*/ 1533 h 6664"/>
              <a:gd name="T46" fmla="*/ 4956 w 9997"/>
              <a:gd name="T47" fmla="*/ 5 h 6664"/>
              <a:gd name="T48" fmla="*/ 5000 w 9997"/>
              <a:gd name="T49" fmla="*/ 0 h 6664"/>
              <a:gd name="T50" fmla="*/ 5043 w 9997"/>
              <a:gd name="T51" fmla="*/ 5 h 6664"/>
              <a:gd name="T52" fmla="*/ 9902 w 9997"/>
              <a:gd name="T53" fmla="*/ 1533 h 6664"/>
              <a:gd name="T54" fmla="*/ 9997 w 9997"/>
              <a:gd name="T55" fmla="*/ 1668 h 6664"/>
              <a:gd name="T56" fmla="*/ 7697 w 9997"/>
              <a:gd name="T57" fmla="*/ 3074 h 6664"/>
              <a:gd name="T58" fmla="*/ 7776 w 9997"/>
              <a:gd name="T59" fmla="*/ 4446 h 6664"/>
              <a:gd name="T60" fmla="*/ 7420 w 9997"/>
              <a:gd name="T61" fmla="*/ 5002 h 6664"/>
              <a:gd name="T62" fmla="*/ 6399 w 9997"/>
              <a:gd name="T63" fmla="*/ 5408 h 6664"/>
              <a:gd name="T64" fmla="*/ 4998 w 9997"/>
              <a:gd name="T65" fmla="*/ 5558 h 6664"/>
              <a:gd name="T66" fmla="*/ 3597 w 9997"/>
              <a:gd name="T67" fmla="*/ 5408 h 6664"/>
              <a:gd name="T68" fmla="*/ 2577 w 9997"/>
              <a:gd name="T69" fmla="*/ 5002 h 6664"/>
              <a:gd name="T70" fmla="*/ 2221 w 9997"/>
              <a:gd name="T71" fmla="*/ 4446 h 6664"/>
              <a:gd name="T72" fmla="*/ 2299 w 9997"/>
              <a:gd name="T73" fmla="*/ 3074 h 6664"/>
              <a:gd name="T74" fmla="*/ 4791 w 9997"/>
              <a:gd name="T75" fmla="*/ 3861 h 6664"/>
              <a:gd name="T76" fmla="*/ 4999 w 9997"/>
              <a:gd name="T77" fmla="*/ 3891 h 6664"/>
              <a:gd name="T78" fmla="*/ 5208 w 9997"/>
              <a:gd name="T79" fmla="*/ 3861 h 6664"/>
              <a:gd name="T80" fmla="*/ 7697 w 9997"/>
              <a:gd name="T81" fmla="*/ 3074 h 6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97" h="6664">
                <a:moveTo>
                  <a:pt x="9997" y="1668"/>
                </a:moveTo>
                <a:cubicBezTo>
                  <a:pt x="9997" y="1734"/>
                  <a:pt x="9966" y="1779"/>
                  <a:pt x="9902" y="1803"/>
                </a:cubicBezTo>
                <a:lnTo>
                  <a:pt x="5041" y="3331"/>
                </a:lnTo>
                <a:cubicBezTo>
                  <a:pt x="5030" y="3334"/>
                  <a:pt x="5015" y="3336"/>
                  <a:pt x="4997" y="3336"/>
                </a:cubicBezTo>
                <a:cubicBezTo>
                  <a:pt x="4980" y="3336"/>
                  <a:pt x="4966" y="3334"/>
                  <a:pt x="4953" y="3331"/>
                </a:cubicBezTo>
                <a:lnTo>
                  <a:pt x="2123" y="2436"/>
                </a:lnTo>
                <a:cubicBezTo>
                  <a:pt x="2000" y="2534"/>
                  <a:pt x="1896" y="2696"/>
                  <a:pt x="1816" y="2919"/>
                </a:cubicBezTo>
                <a:cubicBezTo>
                  <a:pt x="1735" y="3143"/>
                  <a:pt x="1686" y="3402"/>
                  <a:pt x="1668" y="3694"/>
                </a:cubicBezTo>
                <a:cubicBezTo>
                  <a:pt x="1851" y="3798"/>
                  <a:pt x="1941" y="3957"/>
                  <a:pt x="1941" y="4167"/>
                </a:cubicBezTo>
                <a:cubicBezTo>
                  <a:pt x="1941" y="4367"/>
                  <a:pt x="1857" y="4522"/>
                  <a:pt x="1690" y="4631"/>
                </a:cubicBezTo>
                <a:lnTo>
                  <a:pt x="1941" y="6509"/>
                </a:lnTo>
                <a:cubicBezTo>
                  <a:pt x="1947" y="6549"/>
                  <a:pt x="1935" y="6586"/>
                  <a:pt x="1906" y="6617"/>
                </a:cubicBezTo>
                <a:cubicBezTo>
                  <a:pt x="1879" y="6648"/>
                  <a:pt x="1845" y="6664"/>
                  <a:pt x="1802" y="6664"/>
                </a:cubicBezTo>
                <a:lnTo>
                  <a:pt x="970" y="6664"/>
                </a:lnTo>
                <a:cubicBezTo>
                  <a:pt x="926" y="6664"/>
                  <a:pt x="891" y="6648"/>
                  <a:pt x="866" y="6617"/>
                </a:cubicBezTo>
                <a:cubicBezTo>
                  <a:pt x="837" y="6586"/>
                  <a:pt x="826" y="6549"/>
                  <a:pt x="831" y="6509"/>
                </a:cubicBezTo>
                <a:lnTo>
                  <a:pt x="1085" y="4630"/>
                </a:lnTo>
                <a:cubicBezTo>
                  <a:pt x="916" y="4521"/>
                  <a:pt x="833" y="4364"/>
                  <a:pt x="833" y="4167"/>
                </a:cubicBezTo>
                <a:cubicBezTo>
                  <a:pt x="833" y="3955"/>
                  <a:pt x="927" y="3794"/>
                  <a:pt x="1116" y="3685"/>
                </a:cubicBezTo>
                <a:cubicBezTo>
                  <a:pt x="1147" y="3085"/>
                  <a:pt x="1290" y="2609"/>
                  <a:pt x="1542" y="2253"/>
                </a:cubicBezTo>
                <a:lnTo>
                  <a:pt x="95" y="1803"/>
                </a:lnTo>
                <a:cubicBezTo>
                  <a:pt x="31" y="1779"/>
                  <a:pt x="0" y="1735"/>
                  <a:pt x="0" y="1668"/>
                </a:cubicBezTo>
                <a:cubicBezTo>
                  <a:pt x="0" y="1602"/>
                  <a:pt x="31" y="1557"/>
                  <a:pt x="95" y="1533"/>
                </a:cubicBezTo>
                <a:lnTo>
                  <a:pt x="4956" y="5"/>
                </a:lnTo>
                <a:cubicBezTo>
                  <a:pt x="4967" y="2"/>
                  <a:pt x="4982" y="0"/>
                  <a:pt x="5000" y="0"/>
                </a:cubicBezTo>
                <a:cubicBezTo>
                  <a:pt x="5017" y="0"/>
                  <a:pt x="5031" y="2"/>
                  <a:pt x="5043" y="5"/>
                </a:cubicBezTo>
                <a:lnTo>
                  <a:pt x="9902" y="1533"/>
                </a:lnTo>
                <a:cubicBezTo>
                  <a:pt x="9966" y="1557"/>
                  <a:pt x="9997" y="1602"/>
                  <a:pt x="9997" y="1668"/>
                </a:cubicBezTo>
                <a:close/>
                <a:moveTo>
                  <a:pt x="7697" y="3074"/>
                </a:moveTo>
                <a:lnTo>
                  <a:pt x="7776" y="4446"/>
                </a:lnTo>
                <a:cubicBezTo>
                  <a:pt x="7787" y="4646"/>
                  <a:pt x="7670" y="4830"/>
                  <a:pt x="7420" y="5002"/>
                </a:cubicBezTo>
                <a:cubicBezTo>
                  <a:pt x="7170" y="5172"/>
                  <a:pt x="6831" y="5307"/>
                  <a:pt x="6399" y="5408"/>
                </a:cubicBezTo>
                <a:cubicBezTo>
                  <a:pt x="5968" y="5508"/>
                  <a:pt x="5502" y="5558"/>
                  <a:pt x="4998" y="5558"/>
                </a:cubicBezTo>
                <a:cubicBezTo>
                  <a:pt x="4494" y="5558"/>
                  <a:pt x="4027" y="5508"/>
                  <a:pt x="3597" y="5408"/>
                </a:cubicBezTo>
                <a:cubicBezTo>
                  <a:pt x="3166" y="5308"/>
                  <a:pt x="2827" y="5174"/>
                  <a:pt x="2577" y="5002"/>
                </a:cubicBezTo>
                <a:cubicBezTo>
                  <a:pt x="2327" y="4832"/>
                  <a:pt x="2209" y="4646"/>
                  <a:pt x="2221" y="4446"/>
                </a:cubicBezTo>
                <a:lnTo>
                  <a:pt x="2299" y="3074"/>
                </a:lnTo>
                <a:lnTo>
                  <a:pt x="4791" y="3861"/>
                </a:lnTo>
                <a:cubicBezTo>
                  <a:pt x="4854" y="3882"/>
                  <a:pt x="4924" y="3891"/>
                  <a:pt x="4999" y="3891"/>
                </a:cubicBezTo>
                <a:cubicBezTo>
                  <a:pt x="5075" y="3891"/>
                  <a:pt x="5144" y="3882"/>
                  <a:pt x="5208" y="3861"/>
                </a:cubicBezTo>
                <a:lnTo>
                  <a:pt x="7697" y="307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文本框 1">
            <a:extLst>
              <a:ext uri="{FF2B5EF4-FFF2-40B4-BE49-F238E27FC236}">
                <a16:creationId xmlns:a16="http://schemas.microsoft.com/office/drawing/2014/main" id="{04814020-2279-44F4-A82C-93DDD95542F5}"/>
              </a:ext>
            </a:extLst>
          </p:cNvPr>
          <p:cNvSpPr txBox="1"/>
          <p:nvPr/>
        </p:nvSpPr>
        <p:spPr>
          <a:xfrm>
            <a:off x="787400" y="279707"/>
            <a:ext cx="2644877" cy="461665"/>
          </a:xfrm>
          <a:prstGeom prst="rect">
            <a:avLst/>
          </a:prstGeom>
          <a:noFill/>
        </p:spPr>
        <p:txBody>
          <a:bodyPr wrap="square" rtlCol="0">
            <a:spAutoFit/>
          </a:bodyPr>
          <a:lstStyle/>
          <a:p>
            <a:r>
              <a:rPr lang="zh-CN" altLang="en-US" sz="2400" dirty="0">
                <a:solidFill>
                  <a:schemeClr val="accent1"/>
                </a:solidFill>
                <a:latin typeface="华文行楷" panose="02010800040101010101" pitchFamily="2" charset="-122"/>
                <a:ea typeface="华文行楷" panose="02010800040101010101" pitchFamily="2" charset="-122"/>
              </a:rPr>
              <a:t>同舟共济</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15886" b="7963"/>
          <a:stretch>
            <a:fillRect/>
          </a:stretch>
        </p:blipFill>
        <p:spPr>
          <a:xfrm flipH="1">
            <a:off x="943" y="856036"/>
            <a:ext cx="12190111" cy="5222402"/>
          </a:xfrm>
          <a:prstGeom prst="rect">
            <a:avLst/>
          </a:prstGeom>
        </p:spPr>
      </p:pic>
      <p:sp>
        <p:nvSpPr>
          <p:cNvPr id="6" name="矩形 5"/>
          <p:cNvSpPr/>
          <p:nvPr/>
        </p:nvSpPr>
        <p:spPr>
          <a:xfrm>
            <a:off x="944" y="856036"/>
            <a:ext cx="12191998" cy="5222402"/>
          </a:xfrm>
          <a:prstGeom prst="rect">
            <a:avLst/>
          </a:prstGeom>
          <a:gradFill flip="none" rotWithShape="1">
            <a:gsLst>
              <a:gs pos="0">
                <a:schemeClr val="accent3">
                  <a:alpha val="93000"/>
                </a:schemeClr>
              </a:gs>
              <a:gs pos="75000">
                <a:schemeClr val="accent1">
                  <a:alpha val="9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p:cNvSpPr txBox="1"/>
          <p:nvPr/>
        </p:nvSpPr>
        <p:spPr>
          <a:xfrm>
            <a:off x="643997" y="2867071"/>
            <a:ext cx="6842248" cy="1200329"/>
          </a:xfrm>
          <a:prstGeom prst="rect">
            <a:avLst/>
          </a:prstGeom>
          <a:noFill/>
          <a:effectLst/>
        </p:spPr>
        <p:txBody>
          <a:bodyPr wrap="square" rtlCol="0">
            <a:spAutoFit/>
          </a:bodyPr>
          <a:lstStyle/>
          <a:p>
            <a:pPr algn="ctr"/>
            <a:r>
              <a:rPr lang="zh-CN" altLang="en-US" sz="7200" b="1" dirty="0">
                <a:solidFill>
                  <a:schemeClr val="bg1"/>
                </a:solidFill>
                <a:latin typeface="思源宋体 Heavy" panose="02020900000000000000" pitchFamily="18" charset="-122"/>
                <a:ea typeface="思源宋体 Heavy" panose="02020900000000000000" pitchFamily="18" charset="-122"/>
              </a:rPr>
              <a:t>发展前景与展望</a:t>
            </a:r>
          </a:p>
        </p:txBody>
      </p:sp>
      <p:sp>
        <p:nvSpPr>
          <p:cNvPr id="12" name="文本框 11"/>
          <p:cNvSpPr txBox="1"/>
          <p:nvPr/>
        </p:nvSpPr>
        <p:spPr>
          <a:xfrm>
            <a:off x="3144421" y="2067417"/>
            <a:ext cx="1841402" cy="584775"/>
          </a:xfrm>
          <a:prstGeom prst="rect">
            <a:avLst/>
          </a:prstGeom>
          <a:noFill/>
        </p:spPr>
        <p:txBody>
          <a:bodyPr wrap="none" rtlCol="0">
            <a:spAutoFit/>
          </a:bodyPr>
          <a:lstStyle/>
          <a:p>
            <a:pPr algn="ctr"/>
            <a:r>
              <a:rPr lang="en-US" altLang="zh-CN" sz="3200" dirty="0">
                <a:solidFill>
                  <a:schemeClr val="accent2"/>
                </a:solidFill>
                <a:latin typeface="思源宋体 Heavy" panose="02020900000000000000" pitchFamily="18" charset="-122"/>
                <a:ea typeface="思源宋体 Heavy" panose="02020900000000000000" pitchFamily="18" charset="-122"/>
              </a:rPr>
              <a:t>PART-05</a:t>
            </a:r>
            <a:endParaRPr lang="zh-CN" altLang="en-US" sz="3200" dirty="0">
              <a:solidFill>
                <a:schemeClr val="accent2"/>
              </a:solidFill>
              <a:latin typeface="思源宋体 Heavy" panose="02020900000000000000" pitchFamily="18" charset="-122"/>
              <a:ea typeface="思源宋体 Heavy" panose="02020900000000000000" pitchFamily="18" charset="-122"/>
            </a:endParaRPr>
          </a:p>
        </p:txBody>
      </p:sp>
      <p:grpSp>
        <p:nvGrpSpPr>
          <p:cNvPr id="15" name="组合 14"/>
          <p:cNvGrpSpPr/>
          <p:nvPr/>
        </p:nvGrpSpPr>
        <p:grpSpPr>
          <a:xfrm>
            <a:off x="240405" y="328427"/>
            <a:ext cx="2257027" cy="371948"/>
            <a:chOff x="240405" y="328428"/>
            <a:chExt cx="2257027" cy="371948"/>
          </a:xfrm>
        </p:grpSpPr>
        <p:sp>
          <p:nvSpPr>
            <p:cNvPr id="16" name="iconfont-11208-5297042"/>
            <p:cNvSpPr/>
            <p:nvPr/>
          </p:nvSpPr>
          <p:spPr>
            <a:xfrm>
              <a:off x="240405" y="328428"/>
              <a:ext cx="546995" cy="364626"/>
            </a:xfrm>
            <a:custGeom>
              <a:avLst/>
              <a:gdLst>
                <a:gd name="T0" fmla="*/ 9997 w 9997"/>
                <a:gd name="T1" fmla="*/ 1668 h 6664"/>
                <a:gd name="T2" fmla="*/ 9902 w 9997"/>
                <a:gd name="T3" fmla="*/ 1803 h 6664"/>
                <a:gd name="T4" fmla="*/ 5041 w 9997"/>
                <a:gd name="T5" fmla="*/ 3331 h 6664"/>
                <a:gd name="T6" fmla="*/ 4997 w 9997"/>
                <a:gd name="T7" fmla="*/ 3336 h 6664"/>
                <a:gd name="T8" fmla="*/ 4953 w 9997"/>
                <a:gd name="T9" fmla="*/ 3331 h 6664"/>
                <a:gd name="T10" fmla="*/ 2123 w 9997"/>
                <a:gd name="T11" fmla="*/ 2436 h 6664"/>
                <a:gd name="T12" fmla="*/ 1816 w 9997"/>
                <a:gd name="T13" fmla="*/ 2919 h 6664"/>
                <a:gd name="T14" fmla="*/ 1668 w 9997"/>
                <a:gd name="T15" fmla="*/ 3694 h 6664"/>
                <a:gd name="T16" fmla="*/ 1941 w 9997"/>
                <a:gd name="T17" fmla="*/ 4167 h 6664"/>
                <a:gd name="T18" fmla="*/ 1690 w 9997"/>
                <a:gd name="T19" fmla="*/ 4631 h 6664"/>
                <a:gd name="T20" fmla="*/ 1941 w 9997"/>
                <a:gd name="T21" fmla="*/ 6509 h 6664"/>
                <a:gd name="T22" fmla="*/ 1906 w 9997"/>
                <a:gd name="T23" fmla="*/ 6617 h 6664"/>
                <a:gd name="T24" fmla="*/ 1802 w 9997"/>
                <a:gd name="T25" fmla="*/ 6664 h 6664"/>
                <a:gd name="T26" fmla="*/ 970 w 9997"/>
                <a:gd name="T27" fmla="*/ 6664 h 6664"/>
                <a:gd name="T28" fmla="*/ 866 w 9997"/>
                <a:gd name="T29" fmla="*/ 6617 h 6664"/>
                <a:gd name="T30" fmla="*/ 831 w 9997"/>
                <a:gd name="T31" fmla="*/ 6509 h 6664"/>
                <a:gd name="T32" fmla="*/ 1085 w 9997"/>
                <a:gd name="T33" fmla="*/ 4630 h 6664"/>
                <a:gd name="T34" fmla="*/ 833 w 9997"/>
                <a:gd name="T35" fmla="*/ 4167 h 6664"/>
                <a:gd name="T36" fmla="*/ 1116 w 9997"/>
                <a:gd name="T37" fmla="*/ 3685 h 6664"/>
                <a:gd name="T38" fmla="*/ 1542 w 9997"/>
                <a:gd name="T39" fmla="*/ 2253 h 6664"/>
                <a:gd name="T40" fmla="*/ 95 w 9997"/>
                <a:gd name="T41" fmla="*/ 1803 h 6664"/>
                <a:gd name="T42" fmla="*/ 0 w 9997"/>
                <a:gd name="T43" fmla="*/ 1668 h 6664"/>
                <a:gd name="T44" fmla="*/ 95 w 9997"/>
                <a:gd name="T45" fmla="*/ 1533 h 6664"/>
                <a:gd name="T46" fmla="*/ 4956 w 9997"/>
                <a:gd name="T47" fmla="*/ 5 h 6664"/>
                <a:gd name="T48" fmla="*/ 5000 w 9997"/>
                <a:gd name="T49" fmla="*/ 0 h 6664"/>
                <a:gd name="T50" fmla="*/ 5043 w 9997"/>
                <a:gd name="T51" fmla="*/ 5 h 6664"/>
                <a:gd name="T52" fmla="*/ 9902 w 9997"/>
                <a:gd name="T53" fmla="*/ 1533 h 6664"/>
                <a:gd name="T54" fmla="*/ 9997 w 9997"/>
                <a:gd name="T55" fmla="*/ 1668 h 6664"/>
                <a:gd name="T56" fmla="*/ 7697 w 9997"/>
                <a:gd name="T57" fmla="*/ 3074 h 6664"/>
                <a:gd name="T58" fmla="*/ 7776 w 9997"/>
                <a:gd name="T59" fmla="*/ 4446 h 6664"/>
                <a:gd name="T60" fmla="*/ 7420 w 9997"/>
                <a:gd name="T61" fmla="*/ 5002 h 6664"/>
                <a:gd name="T62" fmla="*/ 6399 w 9997"/>
                <a:gd name="T63" fmla="*/ 5408 h 6664"/>
                <a:gd name="T64" fmla="*/ 4998 w 9997"/>
                <a:gd name="T65" fmla="*/ 5558 h 6664"/>
                <a:gd name="T66" fmla="*/ 3597 w 9997"/>
                <a:gd name="T67" fmla="*/ 5408 h 6664"/>
                <a:gd name="T68" fmla="*/ 2577 w 9997"/>
                <a:gd name="T69" fmla="*/ 5002 h 6664"/>
                <a:gd name="T70" fmla="*/ 2221 w 9997"/>
                <a:gd name="T71" fmla="*/ 4446 h 6664"/>
                <a:gd name="T72" fmla="*/ 2299 w 9997"/>
                <a:gd name="T73" fmla="*/ 3074 h 6664"/>
                <a:gd name="T74" fmla="*/ 4791 w 9997"/>
                <a:gd name="T75" fmla="*/ 3861 h 6664"/>
                <a:gd name="T76" fmla="*/ 4999 w 9997"/>
                <a:gd name="T77" fmla="*/ 3891 h 6664"/>
                <a:gd name="T78" fmla="*/ 5208 w 9997"/>
                <a:gd name="T79" fmla="*/ 3861 h 6664"/>
                <a:gd name="T80" fmla="*/ 7697 w 9997"/>
                <a:gd name="T81" fmla="*/ 3074 h 6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97" h="6664">
                  <a:moveTo>
                    <a:pt x="9997" y="1668"/>
                  </a:moveTo>
                  <a:cubicBezTo>
                    <a:pt x="9997" y="1734"/>
                    <a:pt x="9966" y="1779"/>
                    <a:pt x="9902" y="1803"/>
                  </a:cubicBezTo>
                  <a:lnTo>
                    <a:pt x="5041" y="3331"/>
                  </a:lnTo>
                  <a:cubicBezTo>
                    <a:pt x="5030" y="3334"/>
                    <a:pt x="5015" y="3336"/>
                    <a:pt x="4997" y="3336"/>
                  </a:cubicBezTo>
                  <a:cubicBezTo>
                    <a:pt x="4980" y="3336"/>
                    <a:pt x="4966" y="3334"/>
                    <a:pt x="4953" y="3331"/>
                  </a:cubicBezTo>
                  <a:lnTo>
                    <a:pt x="2123" y="2436"/>
                  </a:lnTo>
                  <a:cubicBezTo>
                    <a:pt x="2000" y="2534"/>
                    <a:pt x="1896" y="2696"/>
                    <a:pt x="1816" y="2919"/>
                  </a:cubicBezTo>
                  <a:cubicBezTo>
                    <a:pt x="1735" y="3143"/>
                    <a:pt x="1686" y="3402"/>
                    <a:pt x="1668" y="3694"/>
                  </a:cubicBezTo>
                  <a:cubicBezTo>
                    <a:pt x="1851" y="3798"/>
                    <a:pt x="1941" y="3957"/>
                    <a:pt x="1941" y="4167"/>
                  </a:cubicBezTo>
                  <a:cubicBezTo>
                    <a:pt x="1941" y="4367"/>
                    <a:pt x="1857" y="4522"/>
                    <a:pt x="1690" y="4631"/>
                  </a:cubicBezTo>
                  <a:lnTo>
                    <a:pt x="1941" y="6509"/>
                  </a:lnTo>
                  <a:cubicBezTo>
                    <a:pt x="1947" y="6549"/>
                    <a:pt x="1935" y="6586"/>
                    <a:pt x="1906" y="6617"/>
                  </a:cubicBezTo>
                  <a:cubicBezTo>
                    <a:pt x="1879" y="6648"/>
                    <a:pt x="1845" y="6664"/>
                    <a:pt x="1802" y="6664"/>
                  </a:cubicBezTo>
                  <a:lnTo>
                    <a:pt x="970" y="6664"/>
                  </a:lnTo>
                  <a:cubicBezTo>
                    <a:pt x="926" y="6664"/>
                    <a:pt x="891" y="6648"/>
                    <a:pt x="866" y="6617"/>
                  </a:cubicBezTo>
                  <a:cubicBezTo>
                    <a:pt x="837" y="6586"/>
                    <a:pt x="826" y="6549"/>
                    <a:pt x="831" y="6509"/>
                  </a:cubicBezTo>
                  <a:lnTo>
                    <a:pt x="1085" y="4630"/>
                  </a:lnTo>
                  <a:cubicBezTo>
                    <a:pt x="916" y="4521"/>
                    <a:pt x="833" y="4364"/>
                    <a:pt x="833" y="4167"/>
                  </a:cubicBezTo>
                  <a:cubicBezTo>
                    <a:pt x="833" y="3955"/>
                    <a:pt x="927" y="3794"/>
                    <a:pt x="1116" y="3685"/>
                  </a:cubicBezTo>
                  <a:cubicBezTo>
                    <a:pt x="1147" y="3085"/>
                    <a:pt x="1290" y="2609"/>
                    <a:pt x="1542" y="2253"/>
                  </a:cubicBezTo>
                  <a:lnTo>
                    <a:pt x="95" y="1803"/>
                  </a:lnTo>
                  <a:cubicBezTo>
                    <a:pt x="31" y="1779"/>
                    <a:pt x="0" y="1735"/>
                    <a:pt x="0" y="1668"/>
                  </a:cubicBezTo>
                  <a:cubicBezTo>
                    <a:pt x="0" y="1602"/>
                    <a:pt x="31" y="1557"/>
                    <a:pt x="95" y="1533"/>
                  </a:cubicBezTo>
                  <a:lnTo>
                    <a:pt x="4956" y="5"/>
                  </a:lnTo>
                  <a:cubicBezTo>
                    <a:pt x="4967" y="2"/>
                    <a:pt x="4982" y="0"/>
                    <a:pt x="5000" y="0"/>
                  </a:cubicBezTo>
                  <a:cubicBezTo>
                    <a:pt x="5017" y="0"/>
                    <a:pt x="5031" y="2"/>
                    <a:pt x="5043" y="5"/>
                  </a:cubicBezTo>
                  <a:lnTo>
                    <a:pt x="9902" y="1533"/>
                  </a:lnTo>
                  <a:cubicBezTo>
                    <a:pt x="9966" y="1557"/>
                    <a:pt x="9997" y="1602"/>
                    <a:pt x="9997" y="1668"/>
                  </a:cubicBezTo>
                  <a:close/>
                  <a:moveTo>
                    <a:pt x="7697" y="3074"/>
                  </a:moveTo>
                  <a:lnTo>
                    <a:pt x="7776" y="4446"/>
                  </a:lnTo>
                  <a:cubicBezTo>
                    <a:pt x="7787" y="4646"/>
                    <a:pt x="7670" y="4830"/>
                    <a:pt x="7420" y="5002"/>
                  </a:cubicBezTo>
                  <a:cubicBezTo>
                    <a:pt x="7170" y="5172"/>
                    <a:pt x="6831" y="5307"/>
                    <a:pt x="6399" y="5408"/>
                  </a:cubicBezTo>
                  <a:cubicBezTo>
                    <a:pt x="5968" y="5508"/>
                    <a:pt x="5502" y="5558"/>
                    <a:pt x="4998" y="5558"/>
                  </a:cubicBezTo>
                  <a:cubicBezTo>
                    <a:pt x="4494" y="5558"/>
                    <a:pt x="4027" y="5508"/>
                    <a:pt x="3597" y="5408"/>
                  </a:cubicBezTo>
                  <a:cubicBezTo>
                    <a:pt x="3166" y="5308"/>
                    <a:pt x="2827" y="5174"/>
                    <a:pt x="2577" y="5002"/>
                  </a:cubicBezTo>
                  <a:cubicBezTo>
                    <a:pt x="2327" y="4832"/>
                    <a:pt x="2209" y="4646"/>
                    <a:pt x="2221" y="4446"/>
                  </a:cubicBezTo>
                  <a:lnTo>
                    <a:pt x="2299" y="3074"/>
                  </a:lnTo>
                  <a:lnTo>
                    <a:pt x="4791" y="3861"/>
                  </a:lnTo>
                  <a:cubicBezTo>
                    <a:pt x="4854" y="3882"/>
                    <a:pt x="4924" y="3891"/>
                    <a:pt x="4999" y="3891"/>
                  </a:cubicBezTo>
                  <a:cubicBezTo>
                    <a:pt x="5075" y="3891"/>
                    <a:pt x="5144" y="3882"/>
                    <a:pt x="5208" y="3861"/>
                  </a:cubicBezTo>
                  <a:lnTo>
                    <a:pt x="7697" y="307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PA_矩形 29"/>
            <p:cNvSpPr/>
            <p:nvPr>
              <p:custDataLst>
                <p:tags r:id="rId1"/>
              </p:custDataLst>
            </p:nvPr>
          </p:nvSpPr>
          <p:spPr>
            <a:xfrm>
              <a:off x="705837" y="331044"/>
              <a:ext cx="1791595" cy="369332"/>
            </a:xfrm>
            <a:prstGeom prst="rect">
              <a:avLst/>
            </a:prstGeom>
            <a:ln>
              <a:noFill/>
            </a:ln>
          </p:spPr>
          <p:txBody>
            <a:bodyPr wrap="square">
              <a:spAutoFit/>
            </a:bodyPr>
            <a:lstStyle/>
            <a:p>
              <a:r>
                <a:rPr lang="zh-CN" altLang="en-US" dirty="0">
                  <a:solidFill>
                    <a:schemeClr val="accent1"/>
                  </a:solidFill>
                  <a:latin typeface="思源宋体 Heavy" panose="02020900000000000000" pitchFamily="18" charset="-122"/>
                  <a:ea typeface="思源宋体 Heavy" panose="02020900000000000000" pitchFamily="18" charset="-122"/>
                  <a:cs typeface="+mn-ea"/>
                  <a:sym typeface="+mn-lt"/>
                </a:rPr>
                <a:t> </a:t>
              </a:r>
              <a:endParaRPr lang="en-US" altLang="zh-CN" spc="300" dirty="0">
                <a:solidFill>
                  <a:schemeClr val="accent2"/>
                </a:solidFill>
                <a:latin typeface="思源宋体 Heavy" panose="02020900000000000000" pitchFamily="18" charset="-122"/>
                <a:ea typeface="思源宋体 Heavy" panose="02020900000000000000" pitchFamily="18" charset="-122"/>
                <a:cs typeface="+mn-ea"/>
                <a:sym typeface="思源黑体" panose="020B0500000000000000" pitchFamily="34" charset="-122"/>
              </a:endParaRPr>
            </a:p>
          </p:txBody>
        </p:sp>
      </p:grpSp>
      <p:grpSp>
        <p:nvGrpSpPr>
          <p:cNvPr id="18" name="组合 17"/>
          <p:cNvGrpSpPr/>
          <p:nvPr/>
        </p:nvGrpSpPr>
        <p:grpSpPr>
          <a:xfrm>
            <a:off x="10722716" y="6421225"/>
            <a:ext cx="1093905" cy="203200"/>
            <a:chOff x="2400300" y="-914400"/>
            <a:chExt cx="1093905" cy="203200"/>
          </a:xfrm>
        </p:grpSpPr>
        <p:sp>
          <p:nvSpPr>
            <p:cNvPr id="19" name="椭圆 18"/>
            <p:cNvSpPr/>
            <p:nvPr/>
          </p:nvSpPr>
          <p:spPr>
            <a:xfrm>
              <a:off x="2400300"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45653"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3291005"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图片 21">
            <a:extLst>
              <a:ext uri="{FF2B5EF4-FFF2-40B4-BE49-F238E27FC236}">
                <a16:creationId xmlns:a16="http://schemas.microsoft.com/office/drawing/2014/main" id="{93DDCCFE-1DD1-4C60-B7DD-EBFB839B93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31761" y="1798770"/>
            <a:ext cx="3339508" cy="33369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041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583846" y="1269013"/>
            <a:ext cx="10994533" cy="4677430"/>
            <a:chOff x="583846" y="1269013"/>
            <a:chExt cx="10994533" cy="4677430"/>
          </a:xfrm>
        </p:grpSpPr>
        <p:grpSp>
          <p:nvGrpSpPr>
            <p:cNvPr id="7" name="íśļïḓé"/>
            <p:cNvGrpSpPr/>
            <p:nvPr/>
          </p:nvGrpSpPr>
          <p:grpSpPr>
            <a:xfrm>
              <a:off x="5800513" y="2951222"/>
              <a:ext cx="1248504" cy="1411195"/>
              <a:chOff x="5800513" y="3019053"/>
              <a:chExt cx="1248504" cy="1411195"/>
            </a:xfrm>
          </p:grpSpPr>
          <p:sp>
            <p:nvSpPr>
              <p:cNvPr id="26" name="i$ḷîḋe"/>
              <p:cNvSpPr/>
              <p:nvPr/>
            </p:nvSpPr>
            <p:spPr>
              <a:xfrm>
                <a:off x="5800513" y="3019053"/>
                <a:ext cx="1248504" cy="1411195"/>
              </a:xfrm>
              <a:custGeom>
                <a:avLst/>
                <a:gdLst/>
                <a:ahLst/>
                <a:cxnLst>
                  <a:cxn ang="0">
                    <a:pos x="wd2" y="hd2"/>
                  </a:cxn>
                  <a:cxn ang="5400000">
                    <a:pos x="wd2" y="hd2"/>
                  </a:cxn>
                  <a:cxn ang="10800000">
                    <a:pos x="wd2" y="hd2"/>
                  </a:cxn>
                  <a:cxn ang="16200000">
                    <a:pos x="wd2" y="hd2"/>
                  </a:cxn>
                </a:cxnLst>
                <a:rect l="0" t="0" r="r" b="b"/>
                <a:pathLst>
                  <a:path w="21600" h="21585" extrusionOk="0">
                    <a:moveTo>
                      <a:pt x="9959" y="21394"/>
                    </a:moveTo>
                    <a:lnTo>
                      <a:pt x="894" y="16867"/>
                    </a:lnTo>
                    <a:cubicBezTo>
                      <a:pt x="639" y="16746"/>
                      <a:pt x="423" y="16570"/>
                      <a:pt x="267" y="16355"/>
                    </a:cubicBezTo>
                    <a:cubicBezTo>
                      <a:pt x="112" y="16144"/>
                      <a:pt x="21" y="15901"/>
                      <a:pt x="0" y="15650"/>
                    </a:cubicBezTo>
                    <a:lnTo>
                      <a:pt x="0" y="15204"/>
                    </a:lnTo>
                    <a:lnTo>
                      <a:pt x="27" y="6397"/>
                    </a:lnTo>
                    <a:lnTo>
                      <a:pt x="27" y="5923"/>
                    </a:lnTo>
                    <a:cubicBezTo>
                      <a:pt x="85" y="5665"/>
                      <a:pt x="211" y="5422"/>
                      <a:pt x="397" y="5217"/>
                    </a:cubicBezTo>
                    <a:cubicBezTo>
                      <a:pt x="575" y="5018"/>
                      <a:pt x="804" y="4859"/>
                      <a:pt x="1063" y="4752"/>
                    </a:cubicBezTo>
                    <a:lnTo>
                      <a:pt x="10162" y="171"/>
                    </a:lnTo>
                    <a:cubicBezTo>
                      <a:pt x="10359" y="70"/>
                      <a:pt x="10581" y="12"/>
                      <a:pt x="10809" y="2"/>
                    </a:cubicBezTo>
                    <a:cubicBezTo>
                      <a:pt x="11087" y="-11"/>
                      <a:pt x="11364" y="48"/>
                      <a:pt x="11606" y="171"/>
                    </a:cubicBezTo>
                    <a:lnTo>
                      <a:pt x="20633" y="4823"/>
                    </a:lnTo>
                    <a:cubicBezTo>
                      <a:pt x="20937" y="4962"/>
                      <a:pt x="21189" y="5176"/>
                      <a:pt x="21361" y="5438"/>
                    </a:cubicBezTo>
                    <a:cubicBezTo>
                      <a:pt x="21505" y="5658"/>
                      <a:pt x="21587" y="5906"/>
                      <a:pt x="21600" y="6161"/>
                    </a:cubicBezTo>
                    <a:lnTo>
                      <a:pt x="21600" y="15566"/>
                    </a:lnTo>
                    <a:cubicBezTo>
                      <a:pt x="21586" y="15801"/>
                      <a:pt x="21504" y="16029"/>
                      <a:pt x="21364" y="16228"/>
                    </a:cubicBezTo>
                    <a:cubicBezTo>
                      <a:pt x="21201" y="16460"/>
                      <a:pt x="20966" y="16645"/>
                      <a:pt x="20686" y="16760"/>
                    </a:cubicBezTo>
                    <a:lnTo>
                      <a:pt x="11713" y="21383"/>
                    </a:lnTo>
                    <a:cubicBezTo>
                      <a:pt x="11433" y="21519"/>
                      <a:pt x="11119" y="21589"/>
                      <a:pt x="10800" y="21585"/>
                    </a:cubicBezTo>
                    <a:cubicBezTo>
                      <a:pt x="10506" y="21582"/>
                      <a:pt x="10218" y="21516"/>
                      <a:pt x="9959" y="21394"/>
                    </a:cubicBezTo>
                    <a:close/>
                  </a:path>
                </a:pathLst>
              </a:custGeom>
              <a:solidFill>
                <a:schemeClr val="accent1"/>
              </a:solidFill>
              <a:ln w="12700" cap="flat">
                <a:noFill/>
                <a:miter lim="400000"/>
              </a:ln>
              <a:effectLst/>
            </p:spPr>
            <p:txBody>
              <a:bodyPr wrap="square" lIns="91440" tIns="45720" rIns="91440" bIns="45720" numCol="1" anchor="ctr">
                <a:normAutofit/>
              </a:bodyPr>
              <a:lstStyle/>
              <a:p>
                <a:pPr algn="ctr">
                  <a:defRPr sz="3200" cap="none">
                    <a:solidFill>
                      <a:srgbClr val="000000"/>
                    </a:solidFill>
                  </a:defRPr>
                </a:pPr>
                <a:endParaRPr>
                  <a:solidFill>
                    <a:schemeClr val="tx1">
                      <a:lumMod val="75000"/>
                      <a:lumOff val="25000"/>
                    </a:schemeClr>
                  </a:solidFill>
                </a:endParaRPr>
              </a:p>
            </p:txBody>
          </p:sp>
          <p:sp>
            <p:nvSpPr>
              <p:cNvPr id="27" name="ïsḷiḍê"/>
              <p:cNvSpPr/>
              <p:nvPr/>
            </p:nvSpPr>
            <p:spPr bwMode="auto">
              <a:xfrm>
                <a:off x="6174410" y="3483804"/>
                <a:ext cx="500710" cy="48169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wrap="square" lIns="91440" tIns="45720" rIns="91440" bIns="45720">
                <a:normAutofit/>
              </a:bodyPr>
              <a:lstStyle/>
              <a:p>
                <a:endParaRPr lang="zh-CN" altLang="en-US" dirty="0">
                  <a:solidFill>
                    <a:schemeClr val="tx1">
                      <a:lumMod val="75000"/>
                      <a:lumOff val="25000"/>
                    </a:schemeClr>
                  </a:solidFill>
                </a:endParaRPr>
              </a:p>
            </p:txBody>
          </p:sp>
        </p:grpSp>
        <p:sp>
          <p:nvSpPr>
            <p:cNvPr id="10" name="íṣľîḑè"/>
            <p:cNvSpPr/>
            <p:nvPr/>
          </p:nvSpPr>
          <p:spPr>
            <a:xfrm>
              <a:off x="5142982" y="4077486"/>
              <a:ext cx="1248504" cy="1411195"/>
            </a:xfrm>
            <a:custGeom>
              <a:avLst/>
              <a:gdLst/>
              <a:ahLst/>
              <a:cxnLst>
                <a:cxn ang="0">
                  <a:pos x="wd2" y="hd2"/>
                </a:cxn>
                <a:cxn ang="5400000">
                  <a:pos x="wd2" y="hd2"/>
                </a:cxn>
                <a:cxn ang="10800000">
                  <a:pos x="wd2" y="hd2"/>
                </a:cxn>
                <a:cxn ang="16200000">
                  <a:pos x="wd2" y="hd2"/>
                </a:cxn>
              </a:cxnLst>
              <a:rect l="0" t="0" r="r" b="b"/>
              <a:pathLst>
                <a:path w="21600" h="21585" extrusionOk="0">
                  <a:moveTo>
                    <a:pt x="9959" y="21394"/>
                  </a:moveTo>
                  <a:lnTo>
                    <a:pt x="894" y="16867"/>
                  </a:lnTo>
                  <a:cubicBezTo>
                    <a:pt x="639" y="16746"/>
                    <a:pt x="423" y="16570"/>
                    <a:pt x="267" y="16355"/>
                  </a:cubicBezTo>
                  <a:cubicBezTo>
                    <a:pt x="112" y="16144"/>
                    <a:pt x="21" y="15901"/>
                    <a:pt x="0" y="15650"/>
                  </a:cubicBezTo>
                  <a:lnTo>
                    <a:pt x="0" y="15204"/>
                  </a:lnTo>
                  <a:lnTo>
                    <a:pt x="27" y="6397"/>
                  </a:lnTo>
                  <a:lnTo>
                    <a:pt x="27" y="5923"/>
                  </a:lnTo>
                  <a:cubicBezTo>
                    <a:pt x="85" y="5665"/>
                    <a:pt x="211" y="5422"/>
                    <a:pt x="397" y="5217"/>
                  </a:cubicBezTo>
                  <a:cubicBezTo>
                    <a:pt x="575" y="5018"/>
                    <a:pt x="804" y="4859"/>
                    <a:pt x="1063" y="4752"/>
                  </a:cubicBezTo>
                  <a:lnTo>
                    <a:pt x="10162" y="171"/>
                  </a:lnTo>
                  <a:cubicBezTo>
                    <a:pt x="10359" y="70"/>
                    <a:pt x="10581" y="12"/>
                    <a:pt x="10809" y="2"/>
                  </a:cubicBezTo>
                  <a:cubicBezTo>
                    <a:pt x="11087" y="-11"/>
                    <a:pt x="11364" y="48"/>
                    <a:pt x="11606" y="171"/>
                  </a:cubicBezTo>
                  <a:lnTo>
                    <a:pt x="20633" y="4823"/>
                  </a:lnTo>
                  <a:cubicBezTo>
                    <a:pt x="20937" y="4962"/>
                    <a:pt x="21189" y="5176"/>
                    <a:pt x="21361" y="5438"/>
                  </a:cubicBezTo>
                  <a:cubicBezTo>
                    <a:pt x="21505" y="5658"/>
                    <a:pt x="21587" y="5906"/>
                    <a:pt x="21600" y="6161"/>
                  </a:cubicBezTo>
                  <a:lnTo>
                    <a:pt x="21600" y="15566"/>
                  </a:lnTo>
                  <a:cubicBezTo>
                    <a:pt x="21586" y="15801"/>
                    <a:pt x="21504" y="16029"/>
                    <a:pt x="21364" y="16228"/>
                  </a:cubicBezTo>
                  <a:cubicBezTo>
                    <a:pt x="21201" y="16460"/>
                    <a:pt x="20966" y="16645"/>
                    <a:pt x="20686" y="16760"/>
                  </a:cubicBezTo>
                  <a:lnTo>
                    <a:pt x="11713" y="21383"/>
                  </a:lnTo>
                  <a:cubicBezTo>
                    <a:pt x="11433" y="21519"/>
                    <a:pt x="11119" y="21589"/>
                    <a:pt x="10800" y="21585"/>
                  </a:cubicBezTo>
                  <a:cubicBezTo>
                    <a:pt x="10506" y="21582"/>
                    <a:pt x="10218" y="21516"/>
                    <a:pt x="9959" y="21394"/>
                  </a:cubicBezTo>
                  <a:close/>
                </a:path>
              </a:pathLst>
            </a:custGeom>
            <a:solidFill>
              <a:schemeClr val="accent2"/>
            </a:solidFill>
            <a:ln w="12700" cap="flat">
              <a:noFill/>
              <a:miter lim="400000"/>
            </a:ln>
            <a:effectLst/>
          </p:spPr>
          <p:txBody>
            <a:bodyPr wrap="square" lIns="91440" tIns="45720" rIns="91440" bIns="45720" numCol="1" anchor="ctr">
              <a:normAutofit/>
            </a:bodyPr>
            <a:lstStyle/>
            <a:p>
              <a:pPr algn="ctr">
                <a:defRPr sz="3200" cap="none">
                  <a:solidFill>
                    <a:srgbClr val="000000"/>
                  </a:solidFill>
                </a:defRPr>
              </a:pPr>
              <a:endParaRPr>
                <a:solidFill>
                  <a:schemeClr val="tx1">
                    <a:lumMod val="75000"/>
                    <a:lumOff val="25000"/>
                  </a:schemeClr>
                </a:solidFill>
              </a:endParaRPr>
            </a:p>
          </p:txBody>
        </p:sp>
        <p:sp>
          <p:nvSpPr>
            <p:cNvPr id="11" name="iśliḍè"/>
            <p:cNvSpPr/>
            <p:nvPr/>
          </p:nvSpPr>
          <p:spPr bwMode="auto">
            <a:xfrm>
              <a:off x="5484509" y="4554243"/>
              <a:ext cx="565450" cy="45768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wrap="square" lIns="91440" tIns="45720" rIns="91440" bIns="45720">
              <a:normAutofit/>
            </a:bodyPr>
            <a:lstStyle/>
            <a:p>
              <a:endParaRPr lang="zh-CN" altLang="en-US">
                <a:solidFill>
                  <a:schemeClr val="tx1">
                    <a:lumMod val="75000"/>
                    <a:lumOff val="25000"/>
                  </a:schemeClr>
                </a:solidFill>
              </a:endParaRPr>
            </a:p>
          </p:txBody>
        </p:sp>
        <p:sp>
          <p:nvSpPr>
            <p:cNvPr id="15" name="iŝļíḋé"/>
            <p:cNvSpPr/>
            <p:nvPr/>
          </p:nvSpPr>
          <p:spPr>
            <a:xfrm>
              <a:off x="5142983" y="1824958"/>
              <a:ext cx="1248505" cy="1411195"/>
            </a:xfrm>
            <a:custGeom>
              <a:avLst/>
              <a:gdLst/>
              <a:ahLst/>
              <a:cxnLst>
                <a:cxn ang="0">
                  <a:pos x="wd2" y="hd2"/>
                </a:cxn>
                <a:cxn ang="5400000">
                  <a:pos x="wd2" y="hd2"/>
                </a:cxn>
                <a:cxn ang="10800000">
                  <a:pos x="wd2" y="hd2"/>
                </a:cxn>
                <a:cxn ang="16200000">
                  <a:pos x="wd2" y="hd2"/>
                </a:cxn>
              </a:cxnLst>
              <a:rect l="0" t="0" r="r" b="b"/>
              <a:pathLst>
                <a:path w="21600" h="21585" extrusionOk="0">
                  <a:moveTo>
                    <a:pt x="9959" y="21394"/>
                  </a:moveTo>
                  <a:lnTo>
                    <a:pt x="894" y="16867"/>
                  </a:lnTo>
                  <a:cubicBezTo>
                    <a:pt x="639" y="16746"/>
                    <a:pt x="423" y="16570"/>
                    <a:pt x="267" y="16355"/>
                  </a:cubicBezTo>
                  <a:cubicBezTo>
                    <a:pt x="112" y="16144"/>
                    <a:pt x="21" y="15901"/>
                    <a:pt x="0" y="15650"/>
                  </a:cubicBezTo>
                  <a:lnTo>
                    <a:pt x="0" y="15204"/>
                  </a:lnTo>
                  <a:lnTo>
                    <a:pt x="27" y="6397"/>
                  </a:lnTo>
                  <a:lnTo>
                    <a:pt x="27" y="5923"/>
                  </a:lnTo>
                  <a:cubicBezTo>
                    <a:pt x="85" y="5665"/>
                    <a:pt x="211" y="5422"/>
                    <a:pt x="397" y="5217"/>
                  </a:cubicBezTo>
                  <a:cubicBezTo>
                    <a:pt x="575" y="5018"/>
                    <a:pt x="804" y="4859"/>
                    <a:pt x="1063" y="4752"/>
                  </a:cubicBezTo>
                  <a:lnTo>
                    <a:pt x="10162" y="171"/>
                  </a:lnTo>
                  <a:cubicBezTo>
                    <a:pt x="10359" y="70"/>
                    <a:pt x="10581" y="12"/>
                    <a:pt x="10809" y="2"/>
                  </a:cubicBezTo>
                  <a:cubicBezTo>
                    <a:pt x="11087" y="-11"/>
                    <a:pt x="11364" y="48"/>
                    <a:pt x="11606" y="171"/>
                  </a:cubicBezTo>
                  <a:lnTo>
                    <a:pt x="20633" y="4823"/>
                  </a:lnTo>
                  <a:cubicBezTo>
                    <a:pt x="20937" y="4962"/>
                    <a:pt x="21189" y="5176"/>
                    <a:pt x="21361" y="5438"/>
                  </a:cubicBezTo>
                  <a:cubicBezTo>
                    <a:pt x="21505" y="5658"/>
                    <a:pt x="21587" y="5906"/>
                    <a:pt x="21600" y="6161"/>
                  </a:cubicBezTo>
                  <a:lnTo>
                    <a:pt x="21600" y="15566"/>
                  </a:lnTo>
                  <a:cubicBezTo>
                    <a:pt x="21586" y="15801"/>
                    <a:pt x="21504" y="16029"/>
                    <a:pt x="21364" y="16228"/>
                  </a:cubicBezTo>
                  <a:cubicBezTo>
                    <a:pt x="21201" y="16460"/>
                    <a:pt x="20966" y="16645"/>
                    <a:pt x="20686" y="16760"/>
                  </a:cubicBezTo>
                  <a:lnTo>
                    <a:pt x="11713" y="21383"/>
                  </a:lnTo>
                  <a:cubicBezTo>
                    <a:pt x="11433" y="21519"/>
                    <a:pt x="11119" y="21589"/>
                    <a:pt x="10800" y="21585"/>
                  </a:cubicBezTo>
                  <a:cubicBezTo>
                    <a:pt x="10506" y="21582"/>
                    <a:pt x="10218" y="21516"/>
                    <a:pt x="9959" y="21394"/>
                  </a:cubicBezTo>
                  <a:close/>
                </a:path>
              </a:pathLst>
            </a:custGeom>
            <a:solidFill>
              <a:schemeClr val="accent2"/>
            </a:solidFill>
            <a:ln w="12700" cap="flat">
              <a:noFill/>
              <a:miter lim="400000"/>
            </a:ln>
            <a:effectLst/>
          </p:spPr>
          <p:txBody>
            <a:bodyPr wrap="square" lIns="91440" tIns="45720" rIns="91440" bIns="45720" numCol="1" anchor="ctr">
              <a:normAutofit/>
            </a:bodyPr>
            <a:lstStyle/>
            <a:p>
              <a:pPr algn="ctr">
                <a:defRPr sz="3200" cap="none">
                  <a:solidFill>
                    <a:srgbClr val="000000"/>
                  </a:solidFill>
                </a:defRPr>
              </a:pPr>
              <a:endParaRPr>
                <a:solidFill>
                  <a:schemeClr val="tx1">
                    <a:lumMod val="75000"/>
                    <a:lumOff val="25000"/>
                  </a:schemeClr>
                </a:solidFill>
              </a:endParaRPr>
            </a:p>
          </p:txBody>
        </p:sp>
        <p:sp>
          <p:nvSpPr>
            <p:cNvPr id="16" name="îṡľíde"/>
            <p:cNvSpPr/>
            <p:nvPr/>
          </p:nvSpPr>
          <p:spPr bwMode="auto">
            <a:xfrm>
              <a:off x="5509656" y="2339997"/>
              <a:ext cx="515158" cy="381116"/>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08" h="4896">
                  <a:moveTo>
                    <a:pt x="6608" y="638"/>
                  </a:moveTo>
                  <a:lnTo>
                    <a:pt x="6608" y="2638"/>
                  </a:lnTo>
                  <a:cubicBezTo>
                    <a:pt x="6608" y="2638"/>
                    <a:pt x="6180" y="2723"/>
                    <a:pt x="6092" y="2734"/>
                  </a:cubicBezTo>
                  <a:cubicBezTo>
                    <a:pt x="6004" y="2745"/>
                    <a:pt x="5728" y="2834"/>
                    <a:pt x="5528" y="2642"/>
                  </a:cubicBezTo>
                  <a:cubicBezTo>
                    <a:pt x="5219" y="2346"/>
                    <a:pt x="4122" y="1254"/>
                    <a:pt x="4122" y="1254"/>
                  </a:cubicBezTo>
                  <a:cubicBezTo>
                    <a:pt x="4122" y="1254"/>
                    <a:pt x="3932" y="1069"/>
                    <a:pt x="3629" y="1229"/>
                  </a:cubicBezTo>
                  <a:cubicBezTo>
                    <a:pt x="3350" y="1376"/>
                    <a:pt x="2936" y="1592"/>
                    <a:pt x="2764" y="1675"/>
                  </a:cubicBezTo>
                  <a:cubicBezTo>
                    <a:pt x="2437" y="1849"/>
                    <a:pt x="2167" y="1574"/>
                    <a:pt x="2167" y="1364"/>
                  </a:cubicBezTo>
                  <a:cubicBezTo>
                    <a:pt x="2167" y="1201"/>
                    <a:pt x="2269" y="1090"/>
                    <a:pt x="2414" y="1009"/>
                  </a:cubicBezTo>
                  <a:cubicBezTo>
                    <a:pt x="2808" y="770"/>
                    <a:pt x="3637" y="305"/>
                    <a:pt x="3983" y="121"/>
                  </a:cubicBezTo>
                  <a:cubicBezTo>
                    <a:pt x="4193" y="9"/>
                    <a:pt x="4344" y="0"/>
                    <a:pt x="4633" y="243"/>
                  </a:cubicBezTo>
                  <a:cubicBezTo>
                    <a:pt x="4988" y="541"/>
                    <a:pt x="5304" y="814"/>
                    <a:pt x="5304" y="814"/>
                  </a:cubicBezTo>
                  <a:cubicBezTo>
                    <a:pt x="5304" y="814"/>
                    <a:pt x="5407" y="900"/>
                    <a:pt x="5571" y="865"/>
                  </a:cubicBezTo>
                  <a:cubicBezTo>
                    <a:pt x="5975" y="780"/>
                    <a:pt x="6608" y="638"/>
                    <a:pt x="6608" y="638"/>
                  </a:cubicBezTo>
                  <a:close/>
                  <a:moveTo>
                    <a:pt x="2241" y="4027"/>
                  </a:moveTo>
                  <a:cubicBezTo>
                    <a:pt x="2294" y="3891"/>
                    <a:pt x="2277" y="3738"/>
                    <a:pt x="2175" y="3633"/>
                  </a:cubicBezTo>
                  <a:cubicBezTo>
                    <a:pt x="2083" y="3540"/>
                    <a:pt x="1950" y="3515"/>
                    <a:pt x="1822" y="3544"/>
                  </a:cubicBezTo>
                  <a:cubicBezTo>
                    <a:pt x="1858" y="3418"/>
                    <a:pt x="1838" y="3283"/>
                    <a:pt x="1746" y="3188"/>
                  </a:cubicBezTo>
                  <a:cubicBezTo>
                    <a:pt x="1654" y="3095"/>
                    <a:pt x="1521" y="3070"/>
                    <a:pt x="1394" y="3099"/>
                  </a:cubicBezTo>
                  <a:cubicBezTo>
                    <a:pt x="1429" y="2973"/>
                    <a:pt x="1409" y="2838"/>
                    <a:pt x="1317" y="2744"/>
                  </a:cubicBezTo>
                  <a:cubicBezTo>
                    <a:pt x="1173" y="2596"/>
                    <a:pt x="924" y="2602"/>
                    <a:pt x="760" y="2758"/>
                  </a:cubicBezTo>
                  <a:cubicBezTo>
                    <a:pt x="597" y="2915"/>
                    <a:pt x="492" y="3198"/>
                    <a:pt x="638" y="3365"/>
                  </a:cubicBezTo>
                  <a:cubicBezTo>
                    <a:pt x="783" y="3531"/>
                    <a:pt x="950" y="3430"/>
                    <a:pt x="1077" y="3401"/>
                  </a:cubicBezTo>
                  <a:cubicBezTo>
                    <a:pt x="1042" y="3527"/>
                    <a:pt x="936" y="3645"/>
                    <a:pt x="1066" y="3810"/>
                  </a:cubicBezTo>
                  <a:cubicBezTo>
                    <a:pt x="1197" y="3975"/>
                    <a:pt x="1378" y="3875"/>
                    <a:pt x="1506" y="3846"/>
                  </a:cubicBezTo>
                  <a:cubicBezTo>
                    <a:pt x="1470" y="3972"/>
                    <a:pt x="1369" y="4101"/>
                    <a:pt x="1494" y="4254"/>
                  </a:cubicBezTo>
                  <a:cubicBezTo>
                    <a:pt x="1621" y="4408"/>
                    <a:pt x="1829" y="4326"/>
                    <a:pt x="1966" y="4283"/>
                  </a:cubicBezTo>
                  <a:cubicBezTo>
                    <a:pt x="1913" y="4419"/>
                    <a:pt x="1799" y="4566"/>
                    <a:pt x="1945" y="4730"/>
                  </a:cubicBezTo>
                  <a:cubicBezTo>
                    <a:pt x="2090" y="4896"/>
                    <a:pt x="2426" y="4819"/>
                    <a:pt x="2590" y="4663"/>
                  </a:cubicBezTo>
                  <a:cubicBezTo>
                    <a:pt x="2753" y="4506"/>
                    <a:pt x="2769" y="4258"/>
                    <a:pt x="2625" y="4110"/>
                  </a:cubicBezTo>
                  <a:cubicBezTo>
                    <a:pt x="2526" y="4008"/>
                    <a:pt x="2378" y="3985"/>
                    <a:pt x="2241" y="4027"/>
                  </a:cubicBezTo>
                  <a:close/>
                  <a:moveTo>
                    <a:pt x="5233" y="2987"/>
                  </a:moveTo>
                  <a:cubicBezTo>
                    <a:pt x="4047" y="1802"/>
                    <a:pt x="4605" y="2359"/>
                    <a:pt x="3967" y="1720"/>
                  </a:cubicBezTo>
                  <a:cubicBezTo>
                    <a:pt x="3967" y="1720"/>
                    <a:pt x="3775" y="1529"/>
                    <a:pt x="3523" y="1640"/>
                  </a:cubicBezTo>
                  <a:cubicBezTo>
                    <a:pt x="3346" y="1718"/>
                    <a:pt x="3117" y="1824"/>
                    <a:pt x="2945" y="1905"/>
                  </a:cubicBezTo>
                  <a:cubicBezTo>
                    <a:pt x="2757" y="2004"/>
                    <a:pt x="2621" y="2034"/>
                    <a:pt x="2557" y="2034"/>
                  </a:cubicBezTo>
                  <a:cubicBezTo>
                    <a:pt x="2192" y="2031"/>
                    <a:pt x="1896" y="1738"/>
                    <a:pt x="1896" y="1373"/>
                  </a:cubicBezTo>
                  <a:cubicBezTo>
                    <a:pt x="1896" y="1137"/>
                    <a:pt x="2022" y="931"/>
                    <a:pt x="2209" y="814"/>
                  </a:cubicBezTo>
                  <a:cubicBezTo>
                    <a:pt x="2472" y="632"/>
                    <a:pt x="3078" y="310"/>
                    <a:pt x="3078" y="310"/>
                  </a:cubicBezTo>
                  <a:cubicBezTo>
                    <a:pt x="3078" y="310"/>
                    <a:pt x="2894" y="76"/>
                    <a:pt x="2489" y="76"/>
                  </a:cubicBezTo>
                  <a:cubicBezTo>
                    <a:pt x="2085" y="76"/>
                    <a:pt x="1240" y="629"/>
                    <a:pt x="1240" y="629"/>
                  </a:cubicBezTo>
                  <a:cubicBezTo>
                    <a:pt x="1240" y="629"/>
                    <a:pt x="1000" y="783"/>
                    <a:pt x="659" y="644"/>
                  </a:cubicBezTo>
                  <a:lnTo>
                    <a:pt x="0" y="415"/>
                  </a:lnTo>
                  <a:lnTo>
                    <a:pt x="0" y="2704"/>
                  </a:lnTo>
                  <a:cubicBezTo>
                    <a:pt x="0" y="2704"/>
                    <a:pt x="188" y="2758"/>
                    <a:pt x="357" y="2827"/>
                  </a:cubicBezTo>
                  <a:cubicBezTo>
                    <a:pt x="395" y="2719"/>
                    <a:pt x="457" y="2618"/>
                    <a:pt x="542" y="2535"/>
                  </a:cubicBezTo>
                  <a:cubicBezTo>
                    <a:pt x="822" y="2268"/>
                    <a:pt x="1287" y="2265"/>
                    <a:pt x="1542" y="2528"/>
                  </a:cubicBezTo>
                  <a:cubicBezTo>
                    <a:pt x="1619" y="2608"/>
                    <a:pt x="1673" y="2703"/>
                    <a:pt x="1700" y="2808"/>
                  </a:cubicBezTo>
                  <a:cubicBezTo>
                    <a:pt x="1803" y="2840"/>
                    <a:pt x="1896" y="2896"/>
                    <a:pt x="1971" y="2973"/>
                  </a:cubicBezTo>
                  <a:cubicBezTo>
                    <a:pt x="2048" y="3053"/>
                    <a:pt x="2101" y="3148"/>
                    <a:pt x="2129" y="3253"/>
                  </a:cubicBezTo>
                  <a:cubicBezTo>
                    <a:pt x="2231" y="3285"/>
                    <a:pt x="2324" y="3341"/>
                    <a:pt x="2399" y="3418"/>
                  </a:cubicBezTo>
                  <a:cubicBezTo>
                    <a:pt x="2484" y="3505"/>
                    <a:pt x="2540" y="3611"/>
                    <a:pt x="2566" y="3725"/>
                  </a:cubicBezTo>
                  <a:cubicBezTo>
                    <a:pt x="2674" y="3756"/>
                    <a:pt x="2771" y="3814"/>
                    <a:pt x="2849" y="3894"/>
                  </a:cubicBezTo>
                  <a:cubicBezTo>
                    <a:pt x="3002" y="4051"/>
                    <a:pt x="3056" y="4265"/>
                    <a:pt x="3023" y="4471"/>
                  </a:cubicBezTo>
                  <a:cubicBezTo>
                    <a:pt x="3024" y="4471"/>
                    <a:pt x="3024" y="4471"/>
                    <a:pt x="3024" y="4472"/>
                  </a:cubicBezTo>
                  <a:cubicBezTo>
                    <a:pt x="3027" y="4475"/>
                    <a:pt x="3119" y="4578"/>
                    <a:pt x="3177" y="4636"/>
                  </a:cubicBezTo>
                  <a:cubicBezTo>
                    <a:pt x="3290" y="4749"/>
                    <a:pt x="3475" y="4749"/>
                    <a:pt x="3588" y="4636"/>
                  </a:cubicBezTo>
                  <a:cubicBezTo>
                    <a:pt x="3700" y="4523"/>
                    <a:pt x="3701" y="4339"/>
                    <a:pt x="3588" y="4225"/>
                  </a:cubicBezTo>
                  <a:cubicBezTo>
                    <a:pt x="3584" y="4221"/>
                    <a:pt x="3180" y="3799"/>
                    <a:pt x="3213" y="3766"/>
                  </a:cubicBezTo>
                  <a:cubicBezTo>
                    <a:pt x="3245" y="3734"/>
                    <a:pt x="3759" y="4269"/>
                    <a:pt x="3769" y="4279"/>
                  </a:cubicBezTo>
                  <a:cubicBezTo>
                    <a:pt x="3882" y="4391"/>
                    <a:pt x="4066" y="4391"/>
                    <a:pt x="4179" y="4279"/>
                  </a:cubicBezTo>
                  <a:cubicBezTo>
                    <a:pt x="4292" y="4166"/>
                    <a:pt x="4292" y="3981"/>
                    <a:pt x="4179" y="3868"/>
                  </a:cubicBezTo>
                  <a:cubicBezTo>
                    <a:pt x="4174" y="3863"/>
                    <a:pt x="4151" y="3841"/>
                    <a:pt x="4142" y="3832"/>
                  </a:cubicBezTo>
                  <a:cubicBezTo>
                    <a:pt x="4142" y="3832"/>
                    <a:pt x="3632" y="3378"/>
                    <a:pt x="3671" y="3339"/>
                  </a:cubicBezTo>
                  <a:cubicBezTo>
                    <a:pt x="3710" y="3300"/>
                    <a:pt x="4343" y="3891"/>
                    <a:pt x="4345" y="3891"/>
                  </a:cubicBezTo>
                  <a:cubicBezTo>
                    <a:pt x="4458" y="3993"/>
                    <a:pt x="4634" y="3992"/>
                    <a:pt x="4743" y="3883"/>
                  </a:cubicBezTo>
                  <a:cubicBezTo>
                    <a:pt x="4850" y="3776"/>
                    <a:pt x="4852" y="3608"/>
                    <a:pt x="4758" y="3494"/>
                  </a:cubicBezTo>
                  <a:cubicBezTo>
                    <a:pt x="4756" y="3488"/>
                    <a:pt x="4275" y="2986"/>
                    <a:pt x="4312" y="2948"/>
                  </a:cubicBezTo>
                  <a:cubicBezTo>
                    <a:pt x="4351" y="2910"/>
                    <a:pt x="4826" y="3400"/>
                    <a:pt x="4827" y="3401"/>
                  </a:cubicBezTo>
                  <a:cubicBezTo>
                    <a:pt x="4940" y="3513"/>
                    <a:pt x="5124" y="3513"/>
                    <a:pt x="5238" y="3401"/>
                  </a:cubicBezTo>
                  <a:cubicBezTo>
                    <a:pt x="5350" y="3288"/>
                    <a:pt x="5350" y="3103"/>
                    <a:pt x="5238" y="2990"/>
                  </a:cubicBezTo>
                  <a:cubicBezTo>
                    <a:pt x="5236" y="2989"/>
                    <a:pt x="5234" y="2988"/>
                    <a:pt x="5233" y="2987"/>
                  </a:cubicBezTo>
                  <a:close/>
                </a:path>
              </a:pathLst>
            </a:custGeom>
            <a:solidFill>
              <a:schemeClr val="bg1"/>
            </a:solidFill>
            <a:ln>
              <a:noFill/>
            </a:ln>
          </p:spPr>
          <p:txBody>
            <a:bodyPr wrap="square" lIns="91440" tIns="45720" rIns="91440" bIns="45720">
              <a:normAutofit/>
            </a:bodyPr>
            <a:lstStyle/>
            <a:p>
              <a:endParaRPr lang="zh-CN" altLang="en-US">
                <a:solidFill>
                  <a:schemeClr val="tx1">
                    <a:lumMod val="75000"/>
                    <a:lumOff val="25000"/>
                  </a:schemeClr>
                </a:solidFill>
              </a:endParaRPr>
            </a:p>
          </p:txBody>
        </p:sp>
        <p:grpSp>
          <p:nvGrpSpPr>
            <p:cNvPr id="17" name="iṧľíḋè"/>
            <p:cNvGrpSpPr/>
            <p:nvPr/>
          </p:nvGrpSpPr>
          <p:grpSpPr>
            <a:xfrm>
              <a:off x="6675122" y="1269013"/>
              <a:ext cx="4845366" cy="1728523"/>
              <a:chOff x="672473" y="1385980"/>
              <a:chExt cx="3228944" cy="1728523"/>
            </a:xfrm>
          </p:grpSpPr>
          <p:sp>
            <p:nvSpPr>
              <p:cNvPr id="24" name="îS1ïḓé"/>
              <p:cNvSpPr/>
              <p:nvPr/>
            </p:nvSpPr>
            <p:spPr bwMode="auto">
              <a:xfrm>
                <a:off x="672473" y="1773578"/>
                <a:ext cx="3228944" cy="134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在 </a:t>
                </a:r>
                <a:r>
                  <a:rPr lang="en-US" altLang="zh-CN" sz="1100" dirty="0">
                    <a:solidFill>
                      <a:schemeClr val="tx1">
                        <a:lumMod val="50000"/>
                        <a:lumOff val="50000"/>
                      </a:schemeClr>
                    </a:solidFill>
                    <a:cs typeface="+mn-ea"/>
                    <a:sym typeface="+mn-lt"/>
                  </a:rPr>
                  <a:t>RAG </a:t>
                </a:r>
                <a:r>
                  <a:rPr lang="zh-CN" altLang="en-US" sz="1100" dirty="0">
                    <a:solidFill>
                      <a:schemeClr val="tx1">
                        <a:lumMod val="50000"/>
                        <a:lumOff val="50000"/>
                      </a:schemeClr>
                    </a:solidFill>
                    <a:cs typeface="+mn-ea"/>
                    <a:sym typeface="+mn-lt"/>
                  </a:rPr>
                  <a:t>模型中整合文本、图像、音频和视频数据仍然是一个不断发展的挑战。未来的研究应侧重于改进多模态融合技术，以实现不同数据类型之间的无缝交互。包括开发先进的跨模态信息对齐和合成方法。</a:t>
                </a:r>
                <a:endParaRPr lang="en-US" altLang="zh-CN" sz="1100" dirty="0">
                  <a:solidFill>
                    <a:schemeClr val="tx1">
                      <a:lumMod val="50000"/>
                      <a:lumOff val="50000"/>
                    </a:schemeClr>
                  </a:solidFill>
                  <a:cs typeface="+mn-ea"/>
                  <a:sym typeface="+mn-lt"/>
                </a:endParaRPr>
              </a:p>
            </p:txBody>
          </p:sp>
          <p:sp>
            <p:nvSpPr>
              <p:cNvPr id="25" name="îṥḷíḍe"/>
              <p:cNvSpPr txBox="1"/>
              <p:nvPr/>
            </p:nvSpPr>
            <p:spPr bwMode="auto">
              <a:xfrm>
                <a:off x="672473" y="1385980"/>
                <a:ext cx="3228944"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加强多模态融合</a:t>
                </a:r>
                <a:endParaRPr lang="en-US" altLang="zh-CN" sz="2000" b="1" dirty="0">
                  <a:solidFill>
                    <a:schemeClr val="tx1">
                      <a:lumMod val="75000"/>
                      <a:lumOff val="25000"/>
                    </a:schemeClr>
                  </a:solidFill>
                </a:endParaRPr>
              </a:p>
            </p:txBody>
          </p:sp>
        </p:grpSp>
        <p:grpSp>
          <p:nvGrpSpPr>
            <p:cNvPr id="18" name="iṣḷiḑè"/>
            <p:cNvGrpSpPr/>
            <p:nvPr/>
          </p:nvGrpSpPr>
          <p:grpSpPr>
            <a:xfrm>
              <a:off x="6675120" y="4502454"/>
              <a:ext cx="4903259" cy="1443989"/>
              <a:chOff x="672473" y="981213"/>
              <a:chExt cx="3267524" cy="1443989"/>
            </a:xfrm>
          </p:grpSpPr>
          <p:sp>
            <p:nvSpPr>
              <p:cNvPr id="22" name="iṧļiḑè"/>
              <p:cNvSpPr/>
              <p:nvPr/>
            </p:nvSpPr>
            <p:spPr bwMode="auto">
              <a:xfrm>
                <a:off x="711053" y="1418015"/>
                <a:ext cx="3228944" cy="100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扩展 </a:t>
                </a:r>
                <a:r>
                  <a:rPr lang="en-US" altLang="zh-CN" sz="1100" dirty="0">
                    <a:solidFill>
                      <a:schemeClr val="tx1">
                        <a:lumMod val="50000"/>
                        <a:lumOff val="50000"/>
                      </a:schemeClr>
                    </a:solidFill>
                    <a:cs typeface="+mn-ea"/>
                    <a:sym typeface="+mn-lt"/>
                  </a:rPr>
                  <a:t>RAG </a:t>
                </a:r>
                <a:r>
                  <a:rPr lang="zh-CN" altLang="en-US" sz="1100" dirty="0">
                    <a:solidFill>
                      <a:schemeClr val="tx1">
                        <a:lumMod val="50000"/>
                        <a:lumOff val="50000"/>
                      </a:schemeClr>
                    </a:solidFill>
                    <a:cs typeface="+mn-ea"/>
                    <a:sym typeface="+mn-lt"/>
                  </a:rPr>
                  <a:t>技术以支持多种语言，尤其是低资源语言（</a:t>
                </a:r>
                <a:r>
                  <a:rPr lang="en-US" altLang="zh-CN" sz="1100" dirty="0">
                    <a:solidFill>
                      <a:schemeClr val="tx1">
                        <a:lumMod val="50000"/>
                        <a:lumOff val="50000"/>
                      </a:schemeClr>
                    </a:solidFill>
                    <a:cs typeface="+mn-ea"/>
                    <a:sym typeface="+mn-lt"/>
                  </a:rPr>
                  <a:t>Low-Resource Languages</a:t>
                </a:r>
                <a:r>
                  <a:rPr lang="zh-CN" altLang="en-US" sz="1100" dirty="0">
                    <a:solidFill>
                      <a:schemeClr val="tx1">
                        <a:lumMod val="50000"/>
                        <a:lumOff val="50000"/>
                      </a:schemeClr>
                    </a:solidFill>
                    <a:cs typeface="+mn-ea"/>
                    <a:sym typeface="+mn-lt"/>
                  </a:rPr>
                  <a:t>）。研究应着眼于提高跨语言检索和生成能力，以提供跨不同语言的准确而相关的结果。</a:t>
                </a:r>
                <a:endParaRPr lang="en-US" altLang="zh-CN" sz="1100" dirty="0">
                  <a:solidFill>
                    <a:schemeClr val="tx1">
                      <a:lumMod val="50000"/>
                      <a:lumOff val="50000"/>
                    </a:schemeClr>
                  </a:solidFill>
                  <a:cs typeface="+mn-ea"/>
                  <a:sym typeface="+mn-lt"/>
                </a:endParaRPr>
              </a:p>
            </p:txBody>
          </p:sp>
          <p:sp>
            <p:nvSpPr>
              <p:cNvPr id="23" name="ïṧḻíďé"/>
              <p:cNvSpPr txBox="1"/>
              <p:nvPr/>
            </p:nvSpPr>
            <p:spPr bwMode="auto">
              <a:xfrm>
                <a:off x="672473" y="981213"/>
                <a:ext cx="3228944"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多语言支持</a:t>
                </a:r>
                <a:endParaRPr lang="en-US" altLang="zh-CN" sz="2000" b="1" dirty="0">
                  <a:solidFill>
                    <a:schemeClr val="tx1">
                      <a:lumMod val="75000"/>
                      <a:lumOff val="25000"/>
                    </a:schemeClr>
                  </a:solidFill>
                </a:endParaRPr>
              </a:p>
            </p:txBody>
          </p:sp>
        </p:grpSp>
        <p:grpSp>
          <p:nvGrpSpPr>
            <p:cNvPr id="19" name="is1íďé"/>
            <p:cNvGrpSpPr/>
            <p:nvPr/>
          </p:nvGrpSpPr>
          <p:grpSpPr>
            <a:xfrm>
              <a:off x="583846" y="3097586"/>
              <a:ext cx="4345309" cy="2391095"/>
              <a:chOff x="583846" y="3164398"/>
              <a:chExt cx="4345309" cy="2391095"/>
            </a:xfrm>
          </p:grpSpPr>
          <p:sp>
            <p:nvSpPr>
              <p:cNvPr id="20" name="ïsḻïḋè"/>
              <p:cNvSpPr/>
              <p:nvPr/>
            </p:nvSpPr>
            <p:spPr bwMode="auto">
              <a:xfrm>
                <a:off x="583846" y="3583039"/>
                <a:ext cx="4345309" cy="1972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sz="1100" dirty="0">
                    <a:solidFill>
                      <a:schemeClr val="tx1">
                        <a:lumMod val="50000"/>
                        <a:lumOff val="50000"/>
                      </a:schemeClr>
                    </a:solidFill>
                    <a:cs typeface="+mn-ea"/>
                    <a:sym typeface="+mn-lt"/>
                  </a:rPr>
                  <a:t>未来的</a:t>
                </a:r>
                <a:r>
                  <a:rPr lang="en-US" altLang="zh-CN" sz="1100" dirty="0">
                    <a:solidFill>
                      <a:schemeClr val="tx1">
                        <a:lumMod val="50000"/>
                        <a:lumOff val="50000"/>
                      </a:schemeClr>
                    </a:solidFill>
                    <a:cs typeface="+mn-ea"/>
                    <a:sym typeface="+mn-lt"/>
                  </a:rPr>
                  <a:t>RAG</a:t>
                </a:r>
                <a:r>
                  <a:rPr lang="zh-CN" altLang="en-US" sz="1100" dirty="0">
                    <a:solidFill>
                      <a:schemeClr val="tx1">
                        <a:lumMod val="50000"/>
                        <a:lumOff val="50000"/>
                      </a:schemeClr>
                    </a:solidFill>
                    <a:cs typeface="+mn-ea"/>
                    <a:sym typeface="+mn-lt"/>
                  </a:rPr>
                  <a:t>模型应该开发根据用户历史、行为和偏好调整检索策略的技术。研究应探索根据不断变化的交互背景动态调整检索和生成流程的方法，即将用户反馈和上下文线索纳入 </a:t>
                </a:r>
                <a:r>
                  <a:rPr lang="en-US" altLang="zh-CN" sz="1100" dirty="0">
                    <a:solidFill>
                      <a:schemeClr val="tx1">
                        <a:lumMod val="50000"/>
                        <a:lumOff val="50000"/>
                      </a:schemeClr>
                    </a:solidFill>
                    <a:cs typeface="+mn-ea"/>
                    <a:sym typeface="+mn-lt"/>
                  </a:rPr>
                  <a:t>RAG </a:t>
                </a:r>
                <a:r>
                  <a:rPr lang="zh-CN" altLang="en-US" sz="1100" dirty="0">
                    <a:solidFill>
                      <a:schemeClr val="tx1">
                        <a:lumMod val="50000"/>
                        <a:lumOff val="50000"/>
                      </a:schemeClr>
                    </a:solidFill>
                    <a:cs typeface="+mn-ea"/>
                    <a:sym typeface="+mn-lt"/>
                  </a:rPr>
                  <a:t>管道。此时还需要考虑隐私保护技术，以保护检索和生成过程中的敏感信息，包括开发安全数据处理方法和隐私感知检索策略。</a:t>
                </a:r>
                <a:endParaRPr lang="en-US" altLang="zh-CN" sz="1100" dirty="0">
                  <a:solidFill>
                    <a:schemeClr val="tx1">
                      <a:lumMod val="50000"/>
                      <a:lumOff val="50000"/>
                    </a:schemeClr>
                  </a:solidFill>
                  <a:cs typeface="+mn-ea"/>
                  <a:sym typeface="+mn-lt"/>
                </a:endParaRPr>
              </a:p>
            </p:txBody>
          </p:sp>
          <p:sp>
            <p:nvSpPr>
              <p:cNvPr id="21" name="íṩľïde"/>
              <p:cNvSpPr txBox="1"/>
              <p:nvPr/>
            </p:nvSpPr>
            <p:spPr bwMode="auto">
              <a:xfrm>
                <a:off x="669925" y="3164398"/>
                <a:ext cx="3228944"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个性化与隐私保护</a:t>
                </a:r>
                <a:endParaRPr lang="en-US" altLang="zh-CN" sz="2000" b="1" dirty="0">
                  <a:solidFill>
                    <a:schemeClr val="tx1">
                      <a:lumMod val="75000"/>
                      <a:lumOff val="25000"/>
                    </a:schemeClr>
                  </a:solidFill>
                </a:endParaRPr>
              </a:p>
            </p:txBody>
          </p:sp>
        </p:grpSp>
      </p:grpSp>
      <p:grpSp>
        <p:nvGrpSpPr>
          <p:cNvPr id="2" name="组合 1">
            <a:extLst>
              <a:ext uri="{FF2B5EF4-FFF2-40B4-BE49-F238E27FC236}">
                <a16:creationId xmlns:a16="http://schemas.microsoft.com/office/drawing/2014/main" id="{83D119A3-2CC2-C338-8E26-90F4C1E35788}"/>
              </a:ext>
            </a:extLst>
          </p:cNvPr>
          <p:cNvGrpSpPr/>
          <p:nvPr/>
        </p:nvGrpSpPr>
        <p:grpSpPr>
          <a:xfrm>
            <a:off x="199289" y="258436"/>
            <a:ext cx="3423717" cy="627100"/>
            <a:chOff x="363500" y="173190"/>
            <a:chExt cx="3423717" cy="627100"/>
          </a:xfrm>
        </p:grpSpPr>
        <p:sp>
          <p:nvSpPr>
            <p:cNvPr id="3" name="TextBox 55">
              <a:extLst>
                <a:ext uri="{FF2B5EF4-FFF2-40B4-BE49-F238E27FC236}">
                  <a16:creationId xmlns:a16="http://schemas.microsoft.com/office/drawing/2014/main" id="{77C774D9-7E5E-BABF-01AB-455F171E7DB2}"/>
                </a:ext>
              </a:extLst>
            </p:cNvPr>
            <p:cNvSpPr txBox="1"/>
            <p:nvPr/>
          </p:nvSpPr>
          <p:spPr>
            <a:xfrm>
              <a:off x="1062687" y="265415"/>
              <a:ext cx="2724530"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发展前景与展望</a:t>
              </a:r>
            </a:p>
          </p:txBody>
        </p:sp>
        <p:sp>
          <p:nvSpPr>
            <p:cNvPr id="4" name="椭圆 3">
              <a:extLst>
                <a:ext uri="{FF2B5EF4-FFF2-40B4-BE49-F238E27FC236}">
                  <a16:creationId xmlns:a16="http://schemas.microsoft.com/office/drawing/2014/main" id="{09F3F5F1-A06B-1562-C973-0176DA5C2E05}"/>
                </a:ext>
              </a:extLst>
            </p:cNvPr>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05</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BBEE-5F6A-EBEE-0F58-4EE9B942D052}"/>
            </a:ext>
          </a:extLst>
        </p:cNvPr>
        <p:cNvGrpSpPr/>
        <p:nvPr/>
      </p:nvGrpSpPr>
      <p:grpSpPr>
        <a:xfrm>
          <a:off x="0" y="0"/>
          <a:ext cx="0" cy="0"/>
          <a:chOff x="0" y="0"/>
          <a:chExt cx="0" cy="0"/>
        </a:xfrm>
      </p:grpSpPr>
      <p:pic>
        <p:nvPicPr>
          <p:cNvPr id="16" name="图片 15">
            <a:extLst>
              <a:ext uri="{FF2B5EF4-FFF2-40B4-BE49-F238E27FC236}">
                <a16:creationId xmlns:a16="http://schemas.microsoft.com/office/drawing/2014/main" id="{721E67B3-1177-35BF-2E61-2D0DA5E052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944" y="0"/>
            <a:ext cx="12190111" cy="6858000"/>
          </a:xfrm>
          <a:prstGeom prst="rect">
            <a:avLst/>
          </a:prstGeom>
          <a:gradFill>
            <a:gsLst>
              <a:gs pos="77000">
                <a:schemeClr val="accent2">
                  <a:alpha val="0"/>
                </a:schemeClr>
              </a:gs>
              <a:gs pos="77000">
                <a:schemeClr val="accent2"/>
              </a:gs>
            </a:gsLst>
            <a:lin ang="0" scaled="1"/>
          </a:gradFill>
        </p:spPr>
      </p:pic>
      <p:sp>
        <p:nvSpPr>
          <p:cNvPr id="17" name="矩形 16">
            <a:extLst>
              <a:ext uri="{FF2B5EF4-FFF2-40B4-BE49-F238E27FC236}">
                <a16:creationId xmlns:a16="http://schemas.microsoft.com/office/drawing/2014/main" id="{34847127-A4B4-4F85-F80D-A09559AF2F9F}"/>
              </a:ext>
            </a:extLst>
          </p:cNvPr>
          <p:cNvSpPr/>
          <p:nvPr/>
        </p:nvSpPr>
        <p:spPr>
          <a:xfrm>
            <a:off x="0" y="0"/>
            <a:ext cx="12192000" cy="6884324"/>
          </a:xfrm>
          <a:prstGeom prst="rect">
            <a:avLst/>
          </a:prstGeom>
          <a:gradFill>
            <a:gsLst>
              <a:gs pos="76000">
                <a:schemeClr val="bg1">
                  <a:alpha val="0"/>
                </a:schemeClr>
              </a:gs>
              <a:gs pos="63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B51CB862-178F-A8F6-55D5-4703B55D363E}"/>
              </a:ext>
            </a:extLst>
          </p:cNvPr>
          <p:cNvSpPr/>
          <p:nvPr/>
        </p:nvSpPr>
        <p:spPr>
          <a:xfrm>
            <a:off x="-363418" y="-651026"/>
            <a:ext cx="8160051" cy="8160051"/>
          </a:xfrm>
          <a:prstGeom prst="ellipse">
            <a:avLst/>
          </a:prstGeom>
          <a:noFill/>
          <a:ln>
            <a:gradFill flip="none" rotWithShape="1">
              <a:gsLst>
                <a:gs pos="77000">
                  <a:schemeClr val="accent2">
                    <a:alpha val="0"/>
                  </a:schemeClr>
                </a:gs>
                <a:gs pos="77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BDDEFCD-A57F-2EC2-A4CF-4E2D3E1D3704}"/>
              </a:ext>
            </a:extLst>
          </p:cNvPr>
          <p:cNvSpPr txBox="1"/>
          <p:nvPr/>
        </p:nvSpPr>
        <p:spPr>
          <a:xfrm>
            <a:off x="240405" y="2702520"/>
            <a:ext cx="8942591" cy="1015663"/>
          </a:xfrm>
          <a:prstGeom prst="rect">
            <a:avLst/>
          </a:prstGeom>
          <a:noFill/>
        </p:spPr>
        <p:txBody>
          <a:bodyPr wrap="square" rtlCol="0">
            <a:spAutoFit/>
          </a:bodyPr>
          <a:lstStyle/>
          <a:p>
            <a:r>
              <a:rPr lang="zh-CN" altLang="en-US" sz="6000" spc="600" dirty="0">
                <a:solidFill>
                  <a:schemeClr val="accent1"/>
                </a:solidFill>
                <a:latin typeface="思源宋体 Heavy" panose="02020900000000000000" pitchFamily="18" charset="-122"/>
                <a:ea typeface="思源宋体 Heavy" panose="02020900000000000000" pitchFamily="18" charset="-122"/>
                <a:cs typeface="+mn-ea"/>
                <a:sym typeface="思源黑体" panose="020B0500000000000000" pitchFamily="34" charset="-122"/>
              </a:rPr>
              <a:t>检索增强技术</a:t>
            </a:r>
            <a:r>
              <a:rPr lang="en-US" altLang="zh-CN" sz="6000" spc="600"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panose="020B0500000000000000" pitchFamily="34" charset="-122"/>
              </a:rPr>
              <a:t>(RAG)</a:t>
            </a:r>
            <a:endParaRPr lang="zh-CN" altLang="en-US" sz="6000" spc="600"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panose="020B0500000000000000" pitchFamily="34" charset="-122"/>
            </a:endParaRPr>
          </a:p>
        </p:txBody>
      </p:sp>
      <p:sp>
        <p:nvSpPr>
          <p:cNvPr id="6" name="任意多边形: 形状 17">
            <a:extLst>
              <a:ext uri="{FF2B5EF4-FFF2-40B4-BE49-F238E27FC236}">
                <a16:creationId xmlns:a16="http://schemas.microsoft.com/office/drawing/2014/main" id="{CAFC2CBD-24CB-6828-E977-3C45733FCD9A}"/>
              </a:ext>
            </a:extLst>
          </p:cNvPr>
          <p:cNvSpPr/>
          <p:nvPr/>
        </p:nvSpPr>
        <p:spPr>
          <a:xfrm>
            <a:off x="6261100" y="0"/>
            <a:ext cx="5930900" cy="6894372"/>
          </a:xfrm>
          <a:custGeom>
            <a:avLst/>
            <a:gdLst>
              <a:gd name="connsiteX0" fmla="*/ 0 w 4934423"/>
              <a:gd name="connsiteY0" fmla="*/ 0 h 6858000"/>
              <a:gd name="connsiteX1" fmla="*/ 4934423 w 4934423"/>
              <a:gd name="connsiteY1" fmla="*/ 0 h 6858000"/>
              <a:gd name="connsiteX2" fmla="*/ 4934423 w 4934423"/>
              <a:gd name="connsiteY2" fmla="*/ 6858000 h 6858000"/>
              <a:gd name="connsiteX3" fmla="*/ 0 w 4934423"/>
              <a:gd name="connsiteY3" fmla="*/ 6858000 h 6858000"/>
              <a:gd name="connsiteX4" fmla="*/ 159373 w 4934423"/>
              <a:gd name="connsiteY4" fmla="*/ 6706052 h 6858000"/>
              <a:gd name="connsiteX5" fmla="*/ 1516772 w 4934423"/>
              <a:gd name="connsiteY5" fmla="*/ 3429000 h 6858000"/>
              <a:gd name="connsiteX6" fmla="*/ 159373 w 4934423"/>
              <a:gd name="connsiteY6" fmla="*/ 151948 h 6858000"/>
              <a:gd name="connsiteX7" fmla="*/ 0 w 4934423"/>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34423" h="6858000">
                <a:moveTo>
                  <a:pt x="0" y="0"/>
                </a:moveTo>
                <a:lnTo>
                  <a:pt x="4934423" y="0"/>
                </a:lnTo>
                <a:lnTo>
                  <a:pt x="4934423" y="6858000"/>
                </a:lnTo>
                <a:lnTo>
                  <a:pt x="0" y="6858000"/>
                </a:lnTo>
                <a:lnTo>
                  <a:pt x="159373" y="6706052"/>
                </a:lnTo>
                <a:cubicBezTo>
                  <a:pt x="998044" y="5867381"/>
                  <a:pt x="1516772" y="4708769"/>
                  <a:pt x="1516772" y="3429000"/>
                </a:cubicBezTo>
                <a:cubicBezTo>
                  <a:pt x="1516772" y="2149232"/>
                  <a:pt x="998044" y="990619"/>
                  <a:pt x="159373" y="151948"/>
                </a:cubicBezTo>
                <a:lnTo>
                  <a:pt x="0" y="0"/>
                </a:lnTo>
                <a:close/>
              </a:path>
            </a:pathLst>
          </a:custGeom>
          <a:gradFill flip="none" rotWithShape="1">
            <a:gsLst>
              <a:gs pos="0">
                <a:schemeClr val="accent1">
                  <a:alpha val="56000"/>
                </a:schemeClr>
              </a:gs>
              <a:gs pos="71000">
                <a:schemeClr val="accent1">
                  <a:alpha val="9500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iconfont-11208-5297042">
            <a:extLst>
              <a:ext uri="{FF2B5EF4-FFF2-40B4-BE49-F238E27FC236}">
                <a16:creationId xmlns:a16="http://schemas.microsoft.com/office/drawing/2014/main" id="{4735BE25-1C88-42B8-C934-7706C3B407FF}"/>
              </a:ext>
            </a:extLst>
          </p:cNvPr>
          <p:cNvSpPr/>
          <p:nvPr/>
        </p:nvSpPr>
        <p:spPr>
          <a:xfrm>
            <a:off x="240665" y="328295"/>
            <a:ext cx="546735" cy="364490"/>
          </a:xfrm>
          <a:custGeom>
            <a:avLst/>
            <a:gdLst>
              <a:gd name="T0" fmla="*/ 9997 w 9997"/>
              <a:gd name="T1" fmla="*/ 1668 h 6664"/>
              <a:gd name="T2" fmla="*/ 9902 w 9997"/>
              <a:gd name="T3" fmla="*/ 1803 h 6664"/>
              <a:gd name="T4" fmla="*/ 5041 w 9997"/>
              <a:gd name="T5" fmla="*/ 3331 h 6664"/>
              <a:gd name="T6" fmla="*/ 4997 w 9997"/>
              <a:gd name="T7" fmla="*/ 3336 h 6664"/>
              <a:gd name="T8" fmla="*/ 4953 w 9997"/>
              <a:gd name="T9" fmla="*/ 3331 h 6664"/>
              <a:gd name="T10" fmla="*/ 2123 w 9997"/>
              <a:gd name="T11" fmla="*/ 2436 h 6664"/>
              <a:gd name="T12" fmla="*/ 1816 w 9997"/>
              <a:gd name="T13" fmla="*/ 2919 h 6664"/>
              <a:gd name="T14" fmla="*/ 1668 w 9997"/>
              <a:gd name="T15" fmla="*/ 3694 h 6664"/>
              <a:gd name="T16" fmla="*/ 1941 w 9997"/>
              <a:gd name="T17" fmla="*/ 4167 h 6664"/>
              <a:gd name="T18" fmla="*/ 1690 w 9997"/>
              <a:gd name="T19" fmla="*/ 4631 h 6664"/>
              <a:gd name="T20" fmla="*/ 1941 w 9997"/>
              <a:gd name="T21" fmla="*/ 6509 h 6664"/>
              <a:gd name="T22" fmla="*/ 1906 w 9997"/>
              <a:gd name="T23" fmla="*/ 6617 h 6664"/>
              <a:gd name="T24" fmla="*/ 1802 w 9997"/>
              <a:gd name="T25" fmla="*/ 6664 h 6664"/>
              <a:gd name="T26" fmla="*/ 970 w 9997"/>
              <a:gd name="T27" fmla="*/ 6664 h 6664"/>
              <a:gd name="T28" fmla="*/ 866 w 9997"/>
              <a:gd name="T29" fmla="*/ 6617 h 6664"/>
              <a:gd name="T30" fmla="*/ 831 w 9997"/>
              <a:gd name="T31" fmla="*/ 6509 h 6664"/>
              <a:gd name="T32" fmla="*/ 1085 w 9997"/>
              <a:gd name="T33" fmla="*/ 4630 h 6664"/>
              <a:gd name="T34" fmla="*/ 833 w 9997"/>
              <a:gd name="T35" fmla="*/ 4167 h 6664"/>
              <a:gd name="T36" fmla="*/ 1116 w 9997"/>
              <a:gd name="T37" fmla="*/ 3685 h 6664"/>
              <a:gd name="T38" fmla="*/ 1542 w 9997"/>
              <a:gd name="T39" fmla="*/ 2253 h 6664"/>
              <a:gd name="T40" fmla="*/ 95 w 9997"/>
              <a:gd name="T41" fmla="*/ 1803 h 6664"/>
              <a:gd name="T42" fmla="*/ 0 w 9997"/>
              <a:gd name="T43" fmla="*/ 1668 h 6664"/>
              <a:gd name="T44" fmla="*/ 95 w 9997"/>
              <a:gd name="T45" fmla="*/ 1533 h 6664"/>
              <a:gd name="T46" fmla="*/ 4956 w 9997"/>
              <a:gd name="T47" fmla="*/ 5 h 6664"/>
              <a:gd name="T48" fmla="*/ 5000 w 9997"/>
              <a:gd name="T49" fmla="*/ 0 h 6664"/>
              <a:gd name="T50" fmla="*/ 5043 w 9997"/>
              <a:gd name="T51" fmla="*/ 5 h 6664"/>
              <a:gd name="T52" fmla="*/ 9902 w 9997"/>
              <a:gd name="T53" fmla="*/ 1533 h 6664"/>
              <a:gd name="T54" fmla="*/ 9997 w 9997"/>
              <a:gd name="T55" fmla="*/ 1668 h 6664"/>
              <a:gd name="T56" fmla="*/ 7697 w 9997"/>
              <a:gd name="T57" fmla="*/ 3074 h 6664"/>
              <a:gd name="T58" fmla="*/ 7776 w 9997"/>
              <a:gd name="T59" fmla="*/ 4446 h 6664"/>
              <a:gd name="T60" fmla="*/ 7420 w 9997"/>
              <a:gd name="T61" fmla="*/ 5002 h 6664"/>
              <a:gd name="T62" fmla="*/ 6399 w 9997"/>
              <a:gd name="T63" fmla="*/ 5408 h 6664"/>
              <a:gd name="T64" fmla="*/ 4998 w 9997"/>
              <a:gd name="T65" fmla="*/ 5558 h 6664"/>
              <a:gd name="T66" fmla="*/ 3597 w 9997"/>
              <a:gd name="T67" fmla="*/ 5408 h 6664"/>
              <a:gd name="T68" fmla="*/ 2577 w 9997"/>
              <a:gd name="T69" fmla="*/ 5002 h 6664"/>
              <a:gd name="T70" fmla="*/ 2221 w 9997"/>
              <a:gd name="T71" fmla="*/ 4446 h 6664"/>
              <a:gd name="T72" fmla="*/ 2299 w 9997"/>
              <a:gd name="T73" fmla="*/ 3074 h 6664"/>
              <a:gd name="T74" fmla="*/ 4791 w 9997"/>
              <a:gd name="T75" fmla="*/ 3861 h 6664"/>
              <a:gd name="T76" fmla="*/ 4999 w 9997"/>
              <a:gd name="T77" fmla="*/ 3891 h 6664"/>
              <a:gd name="T78" fmla="*/ 5208 w 9997"/>
              <a:gd name="T79" fmla="*/ 3861 h 6664"/>
              <a:gd name="T80" fmla="*/ 7697 w 9997"/>
              <a:gd name="T81" fmla="*/ 3074 h 6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97" h="6664">
                <a:moveTo>
                  <a:pt x="9997" y="1668"/>
                </a:moveTo>
                <a:cubicBezTo>
                  <a:pt x="9997" y="1734"/>
                  <a:pt x="9966" y="1779"/>
                  <a:pt x="9902" y="1803"/>
                </a:cubicBezTo>
                <a:lnTo>
                  <a:pt x="5041" y="3331"/>
                </a:lnTo>
                <a:cubicBezTo>
                  <a:pt x="5030" y="3334"/>
                  <a:pt x="5015" y="3336"/>
                  <a:pt x="4997" y="3336"/>
                </a:cubicBezTo>
                <a:cubicBezTo>
                  <a:pt x="4980" y="3336"/>
                  <a:pt x="4966" y="3334"/>
                  <a:pt x="4953" y="3331"/>
                </a:cubicBezTo>
                <a:lnTo>
                  <a:pt x="2123" y="2436"/>
                </a:lnTo>
                <a:cubicBezTo>
                  <a:pt x="2000" y="2534"/>
                  <a:pt x="1896" y="2696"/>
                  <a:pt x="1816" y="2919"/>
                </a:cubicBezTo>
                <a:cubicBezTo>
                  <a:pt x="1735" y="3143"/>
                  <a:pt x="1686" y="3402"/>
                  <a:pt x="1668" y="3694"/>
                </a:cubicBezTo>
                <a:cubicBezTo>
                  <a:pt x="1851" y="3798"/>
                  <a:pt x="1941" y="3957"/>
                  <a:pt x="1941" y="4167"/>
                </a:cubicBezTo>
                <a:cubicBezTo>
                  <a:pt x="1941" y="4367"/>
                  <a:pt x="1857" y="4522"/>
                  <a:pt x="1690" y="4631"/>
                </a:cubicBezTo>
                <a:lnTo>
                  <a:pt x="1941" y="6509"/>
                </a:lnTo>
                <a:cubicBezTo>
                  <a:pt x="1947" y="6549"/>
                  <a:pt x="1935" y="6586"/>
                  <a:pt x="1906" y="6617"/>
                </a:cubicBezTo>
                <a:cubicBezTo>
                  <a:pt x="1879" y="6648"/>
                  <a:pt x="1845" y="6664"/>
                  <a:pt x="1802" y="6664"/>
                </a:cubicBezTo>
                <a:lnTo>
                  <a:pt x="970" y="6664"/>
                </a:lnTo>
                <a:cubicBezTo>
                  <a:pt x="926" y="6664"/>
                  <a:pt x="891" y="6648"/>
                  <a:pt x="866" y="6617"/>
                </a:cubicBezTo>
                <a:cubicBezTo>
                  <a:pt x="837" y="6586"/>
                  <a:pt x="826" y="6549"/>
                  <a:pt x="831" y="6509"/>
                </a:cubicBezTo>
                <a:lnTo>
                  <a:pt x="1085" y="4630"/>
                </a:lnTo>
                <a:cubicBezTo>
                  <a:pt x="916" y="4521"/>
                  <a:pt x="833" y="4364"/>
                  <a:pt x="833" y="4167"/>
                </a:cubicBezTo>
                <a:cubicBezTo>
                  <a:pt x="833" y="3955"/>
                  <a:pt x="927" y="3794"/>
                  <a:pt x="1116" y="3685"/>
                </a:cubicBezTo>
                <a:cubicBezTo>
                  <a:pt x="1147" y="3085"/>
                  <a:pt x="1290" y="2609"/>
                  <a:pt x="1542" y="2253"/>
                </a:cubicBezTo>
                <a:lnTo>
                  <a:pt x="95" y="1803"/>
                </a:lnTo>
                <a:cubicBezTo>
                  <a:pt x="31" y="1779"/>
                  <a:pt x="0" y="1735"/>
                  <a:pt x="0" y="1668"/>
                </a:cubicBezTo>
                <a:cubicBezTo>
                  <a:pt x="0" y="1602"/>
                  <a:pt x="31" y="1557"/>
                  <a:pt x="95" y="1533"/>
                </a:cubicBezTo>
                <a:lnTo>
                  <a:pt x="4956" y="5"/>
                </a:lnTo>
                <a:cubicBezTo>
                  <a:pt x="4967" y="2"/>
                  <a:pt x="4982" y="0"/>
                  <a:pt x="5000" y="0"/>
                </a:cubicBezTo>
                <a:cubicBezTo>
                  <a:pt x="5017" y="0"/>
                  <a:pt x="5031" y="2"/>
                  <a:pt x="5043" y="5"/>
                </a:cubicBezTo>
                <a:lnTo>
                  <a:pt x="9902" y="1533"/>
                </a:lnTo>
                <a:cubicBezTo>
                  <a:pt x="9966" y="1557"/>
                  <a:pt x="9997" y="1602"/>
                  <a:pt x="9997" y="1668"/>
                </a:cubicBezTo>
                <a:close/>
                <a:moveTo>
                  <a:pt x="7697" y="3074"/>
                </a:moveTo>
                <a:lnTo>
                  <a:pt x="7776" y="4446"/>
                </a:lnTo>
                <a:cubicBezTo>
                  <a:pt x="7787" y="4646"/>
                  <a:pt x="7670" y="4830"/>
                  <a:pt x="7420" y="5002"/>
                </a:cubicBezTo>
                <a:cubicBezTo>
                  <a:pt x="7170" y="5172"/>
                  <a:pt x="6831" y="5307"/>
                  <a:pt x="6399" y="5408"/>
                </a:cubicBezTo>
                <a:cubicBezTo>
                  <a:pt x="5968" y="5508"/>
                  <a:pt x="5502" y="5558"/>
                  <a:pt x="4998" y="5558"/>
                </a:cubicBezTo>
                <a:cubicBezTo>
                  <a:pt x="4494" y="5558"/>
                  <a:pt x="4027" y="5508"/>
                  <a:pt x="3597" y="5408"/>
                </a:cubicBezTo>
                <a:cubicBezTo>
                  <a:pt x="3166" y="5308"/>
                  <a:pt x="2827" y="5174"/>
                  <a:pt x="2577" y="5002"/>
                </a:cubicBezTo>
                <a:cubicBezTo>
                  <a:pt x="2327" y="4832"/>
                  <a:pt x="2209" y="4646"/>
                  <a:pt x="2221" y="4446"/>
                </a:cubicBezTo>
                <a:lnTo>
                  <a:pt x="2299" y="3074"/>
                </a:lnTo>
                <a:lnTo>
                  <a:pt x="4791" y="3861"/>
                </a:lnTo>
                <a:cubicBezTo>
                  <a:pt x="4854" y="3882"/>
                  <a:pt x="4924" y="3891"/>
                  <a:pt x="4999" y="3891"/>
                </a:cubicBezTo>
                <a:cubicBezTo>
                  <a:pt x="5075" y="3891"/>
                  <a:pt x="5144" y="3882"/>
                  <a:pt x="5208" y="3861"/>
                </a:cubicBezTo>
                <a:lnTo>
                  <a:pt x="7697" y="307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1" name="直角三角形 20">
            <a:extLst>
              <a:ext uri="{FF2B5EF4-FFF2-40B4-BE49-F238E27FC236}">
                <a16:creationId xmlns:a16="http://schemas.microsoft.com/office/drawing/2014/main" id="{CC9111CA-F5EC-AC44-D811-0EA6A95B53C3}"/>
              </a:ext>
            </a:extLst>
          </p:cNvPr>
          <p:cNvSpPr/>
          <p:nvPr/>
        </p:nvSpPr>
        <p:spPr>
          <a:xfrm rot="5400000" flipH="1" flipV="1">
            <a:off x="1738791" y="-1413562"/>
            <a:ext cx="6821630" cy="9747817"/>
          </a:xfrm>
          <a:prstGeom prst="rtTriangle">
            <a:avLst/>
          </a:prstGeom>
          <a:gradFill>
            <a:gsLst>
              <a:gs pos="43000">
                <a:schemeClr val="tx2">
                  <a:lumMod val="20000"/>
                  <a:lumOff val="80000"/>
                  <a:alpha val="0"/>
                </a:schemeClr>
              </a:gs>
              <a:gs pos="100000">
                <a:schemeClr val="tx2">
                  <a:lumMod val="20000"/>
                  <a:lumOff val="80000"/>
                  <a:alpha val="4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2FCD2ED8-574F-2CA1-720D-E10608E9E7A4}"/>
              </a:ext>
            </a:extLst>
          </p:cNvPr>
          <p:cNvGrpSpPr/>
          <p:nvPr/>
        </p:nvGrpSpPr>
        <p:grpSpPr>
          <a:xfrm>
            <a:off x="7878008" y="4267893"/>
            <a:ext cx="3923593" cy="2783672"/>
            <a:chOff x="4659892" y="3664499"/>
            <a:chExt cx="3923593" cy="2783672"/>
          </a:xfrm>
          <a:solidFill>
            <a:schemeClr val="lt1">
              <a:alpha val="14000"/>
            </a:schemeClr>
          </a:solidFill>
        </p:grpSpPr>
        <p:sp>
          <p:nvSpPr>
            <p:cNvPr id="22" name="íṥḷíďe">
              <a:extLst>
                <a:ext uri="{FF2B5EF4-FFF2-40B4-BE49-F238E27FC236}">
                  <a16:creationId xmlns:a16="http://schemas.microsoft.com/office/drawing/2014/main" id="{C07F9FC7-B200-B94B-B80B-44EE43E2AECD}"/>
                </a:ext>
              </a:extLst>
            </p:cNvPr>
            <p:cNvSpPr/>
            <p:nvPr/>
          </p:nvSpPr>
          <p:spPr bwMode="auto">
            <a:xfrm>
              <a:off x="4659892" y="3664499"/>
              <a:ext cx="2119058" cy="2783672"/>
            </a:xfrm>
            <a:custGeom>
              <a:avLst/>
              <a:gdLst>
                <a:gd name="T0" fmla="*/ 28 w 321"/>
                <a:gd name="T1" fmla="*/ 93 h 333"/>
                <a:gd name="T2" fmla="*/ 99 w 321"/>
                <a:gd name="T3" fmla="*/ 68 h 333"/>
                <a:gd name="T4" fmla="*/ 108 w 321"/>
                <a:gd name="T5" fmla="*/ 34 h 333"/>
                <a:gd name="T6" fmla="*/ 298 w 321"/>
                <a:gd name="T7" fmla="*/ 303 h 333"/>
                <a:gd name="T8" fmla="*/ 0 w 321"/>
                <a:gd name="T9" fmla="*/ 333 h 333"/>
                <a:gd name="T10" fmla="*/ 181 w 321"/>
                <a:gd name="T11" fmla="*/ 68 h 333"/>
                <a:gd name="T12" fmla="*/ 193 w 321"/>
                <a:gd name="T13" fmla="*/ 50 h 333"/>
                <a:gd name="T14" fmla="*/ 181 w 321"/>
                <a:gd name="T15" fmla="*/ 92 h 333"/>
                <a:gd name="T16" fmla="*/ 193 w 321"/>
                <a:gd name="T17" fmla="*/ 106 h 333"/>
                <a:gd name="T18" fmla="*/ 181 w 321"/>
                <a:gd name="T19" fmla="*/ 92 h 333"/>
                <a:gd name="T20" fmla="*/ 187 w 321"/>
                <a:gd name="T21" fmla="*/ 87 h 333"/>
                <a:gd name="T22" fmla="*/ 187 w 321"/>
                <a:gd name="T23" fmla="*/ 71 h 333"/>
                <a:gd name="T24" fmla="*/ 205 w 321"/>
                <a:gd name="T25" fmla="*/ 64 h 333"/>
                <a:gd name="T26" fmla="*/ 217 w 321"/>
                <a:gd name="T27" fmla="*/ 46 h 333"/>
                <a:gd name="T28" fmla="*/ 205 w 321"/>
                <a:gd name="T29" fmla="*/ 89 h 333"/>
                <a:gd name="T30" fmla="*/ 217 w 321"/>
                <a:gd name="T31" fmla="*/ 103 h 333"/>
                <a:gd name="T32" fmla="*/ 205 w 321"/>
                <a:gd name="T33" fmla="*/ 89 h 333"/>
                <a:gd name="T34" fmla="*/ 211 w 321"/>
                <a:gd name="T35" fmla="*/ 83 h 333"/>
                <a:gd name="T36" fmla="*/ 211 w 321"/>
                <a:gd name="T37" fmla="*/ 67 h 333"/>
                <a:gd name="T38" fmla="*/ 57 w 321"/>
                <a:gd name="T39" fmla="*/ 127 h 333"/>
                <a:gd name="T40" fmla="*/ 69 w 321"/>
                <a:gd name="T41" fmla="*/ 109 h 333"/>
                <a:gd name="T42" fmla="*/ 57 w 321"/>
                <a:gd name="T43" fmla="*/ 190 h 333"/>
                <a:gd name="T44" fmla="*/ 69 w 321"/>
                <a:gd name="T45" fmla="*/ 205 h 333"/>
                <a:gd name="T46" fmla="*/ 57 w 321"/>
                <a:gd name="T47" fmla="*/ 190 h 333"/>
                <a:gd name="T48" fmla="*/ 63 w 321"/>
                <a:gd name="T49" fmla="*/ 185 h 333"/>
                <a:gd name="T50" fmla="*/ 63 w 321"/>
                <a:gd name="T51" fmla="*/ 169 h 333"/>
                <a:gd name="T52" fmla="*/ 57 w 321"/>
                <a:gd name="T53" fmla="*/ 166 h 333"/>
                <a:gd name="T54" fmla="*/ 69 w 321"/>
                <a:gd name="T55" fmla="*/ 149 h 333"/>
                <a:gd name="T56" fmla="*/ 57 w 321"/>
                <a:gd name="T57" fmla="*/ 131 h 333"/>
                <a:gd name="T58" fmla="*/ 69 w 321"/>
                <a:gd name="T59" fmla="*/ 144 h 333"/>
                <a:gd name="T60" fmla="*/ 57 w 321"/>
                <a:gd name="T61" fmla="*/ 131 h 333"/>
                <a:gd name="T62" fmla="*/ 145 w 321"/>
                <a:gd name="T63" fmla="*/ 184 h 333"/>
                <a:gd name="T64" fmla="*/ 145 w 321"/>
                <a:gd name="T65" fmla="*/ 162 h 333"/>
                <a:gd name="T66" fmla="*/ 137 w 321"/>
                <a:gd name="T67" fmla="*/ 294 h 333"/>
                <a:gd name="T68" fmla="*/ 154 w 321"/>
                <a:gd name="T69" fmla="*/ 272 h 333"/>
                <a:gd name="T70" fmla="*/ 137 w 321"/>
                <a:gd name="T71" fmla="*/ 245 h 333"/>
                <a:gd name="T72" fmla="*/ 154 w 321"/>
                <a:gd name="T73" fmla="*/ 265 h 333"/>
                <a:gd name="T74" fmla="*/ 137 w 321"/>
                <a:gd name="T75" fmla="*/ 245 h 333"/>
                <a:gd name="T76" fmla="*/ 145 w 321"/>
                <a:gd name="T77" fmla="*/ 239 h 333"/>
                <a:gd name="T78" fmla="*/ 145 w 321"/>
                <a:gd name="T79" fmla="*/ 217 h 333"/>
                <a:gd name="T80" fmla="*/ 137 w 321"/>
                <a:gd name="T81" fmla="*/ 212 h 333"/>
                <a:gd name="T82" fmla="*/ 154 w 321"/>
                <a:gd name="T83" fmla="*/ 188 h 333"/>
                <a:gd name="T84" fmla="*/ 111 w 321"/>
                <a:gd name="T85" fmla="*/ 169 h 333"/>
                <a:gd name="T86" fmla="*/ 127 w 321"/>
                <a:gd name="T87" fmla="*/ 186 h 333"/>
                <a:gd name="T88" fmla="*/ 111 w 321"/>
                <a:gd name="T89" fmla="*/ 169 h 333"/>
                <a:gd name="T90" fmla="*/ 119 w 321"/>
                <a:gd name="T91" fmla="*/ 294 h 333"/>
                <a:gd name="T92" fmla="*/ 119 w 321"/>
                <a:gd name="T93" fmla="*/ 273 h 333"/>
                <a:gd name="T94" fmla="*/ 111 w 321"/>
                <a:gd name="T95" fmla="*/ 267 h 333"/>
                <a:gd name="T96" fmla="*/ 127 w 321"/>
                <a:gd name="T97" fmla="*/ 246 h 333"/>
                <a:gd name="T98" fmla="*/ 111 w 321"/>
                <a:gd name="T99" fmla="*/ 221 h 333"/>
                <a:gd name="T100" fmla="*/ 127 w 321"/>
                <a:gd name="T101" fmla="*/ 240 h 333"/>
                <a:gd name="T102" fmla="*/ 111 w 321"/>
                <a:gd name="T103" fmla="*/ 221 h 333"/>
                <a:gd name="T104" fmla="*/ 119 w 321"/>
                <a:gd name="T105" fmla="*/ 214 h 333"/>
                <a:gd name="T106" fmla="*/ 119 w 321"/>
                <a:gd name="T107" fmla="*/ 193 h 333"/>
                <a:gd name="T108" fmla="*/ 127 w 321"/>
                <a:gd name="T109" fmla="*/ 62 h 333"/>
                <a:gd name="T110" fmla="*/ 171 w 321"/>
                <a:gd name="T111" fmla="*/ 117 h 333"/>
                <a:gd name="T112" fmla="*/ 224 w 321"/>
                <a:gd name="T113" fmla="*/ 134 h 333"/>
                <a:gd name="T114" fmla="*/ 239 w 321"/>
                <a:gd name="T115" fmla="*/ 28 h 333"/>
                <a:gd name="T116" fmla="*/ 51 w 321"/>
                <a:gd name="T117" fmla="*/ 303 h 333"/>
                <a:gd name="T118" fmla="*/ 118 w 321"/>
                <a:gd name="T119" fmla="*/ 129 h 333"/>
                <a:gd name="T120" fmla="*/ 51 w 321"/>
                <a:gd name="T121" fmla="*/ 303 h 333"/>
                <a:gd name="T122" fmla="*/ 166 w 321"/>
                <a:gd name="T123" fmla="*/ 142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1" h="333">
                  <a:moveTo>
                    <a:pt x="0" y="303"/>
                  </a:moveTo>
                  <a:cubicBezTo>
                    <a:pt x="28" y="303"/>
                    <a:pt x="28" y="303"/>
                    <a:pt x="28" y="303"/>
                  </a:cubicBezTo>
                  <a:cubicBezTo>
                    <a:pt x="28" y="93"/>
                    <a:pt x="28" y="93"/>
                    <a:pt x="28" y="93"/>
                  </a:cubicBezTo>
                  <a:cubicBezTo>
                    <a:pt x="28" y="84"/>
                    <a:pt x="28" y="84"/>
                    <a:pt x="28" y="84"/>
                  </a:cubicBezTo>
                  <a:cubicBezTo>
                    <a:pt x="37" y="82"/>
                    <a:pt x="37" y="82"/>
                    <a:pt x="37" y="82"/>
                  </a:cubicBezTo>
                  <a:cubicBezTo>
                    <a:pt x="99" y="68"/>
                    <a:pt x="99" y="68"/>
                    <a:pt x="99" y="68"/>
                  </a:cubicBezTo>
                  <a:cubicBezTo>
                    <a:pt x="99" y="45"/>
                    <a:pt x="99" y="45"/>
                    <a:pt x="99" y="45"/>
                  </a:cubicBezTo>
                  <a:cubicBezTo>
                    <a:pt x="99" y="36"/>
                    <a:pt x="99" y="36"/>
                    <a:pt x="99" y="36"/>
                  </a:cubicBezTo>
                  <a:cubicBezTo>
                    <a:pt x="108" y="34"/>
                    <a:pt x="108" y="34"/>
                    <a:pt x="108" y="34"/>
                  </a:cubicBezTo>
                  <a:cubicBezTo>
                    <a:pt x="262" y="0"/>
                    <a:pt x="262" y="0"/>
                    <a:pt x="262" y="0"/>
                  </a:cubicBezTo>
                  <a:cubicBezTo>
                    <a:pt x="298" y="35"/>
                    <a:pt x="298" y="35"/>
                    <a:pt x="298" y="35"/>
                  </a:cubicBezTo>
                  <a:cubicBezTo>
                    <a:pt x="298" y="303"/>
                    <a:pt x="298" y="303"/>
                    <a:pt x="298" y="303"/>
                  </a:cubicBezTo>
                  <a:cubicBezTo>
                    <a:pt x="321" y="303"/>
                    <a:pt x="321" y="303"/>
                    <a:pt x="321" y="303"/>
                  </a:cubicBezTo>
                  <a:cubicBezTo>
                    <a:pt x="321" y="333"/>
                    <a:pt x="321" y="333"/>
                    <a:pt x="321" y="333"/>
                  </a:cubicBezTo>
                  <a:cubicBezTo>
                    <a:pt x="0" y="333"/>
                    <a:pt x="0" y="333"/>
                    <a:pt x="0" y="333"/>
                  </a:cubicBezTo>
                  <a:cubicBezTo>
                    <a:pt x="0" y="303"/>
                    <a:pt x="0" y="303"/>
                    <a:pt x="0" y="303"/>
                  </a:cubicBezTo>
                  <a:close/>
                  <a:moveTo>
                    <a:pt x="181" y="53"/>
                  </a:moveTo>
                  <a:cubicBezTo>
                    <a:pt x="181" y="58"/>
                    <a:pt x="181" y="63"/>
                    <a:pt x="181" y="68"/>
                  </a:cubicBezTo>
                  <a:cubicBezTo>
                    <a:pt x="183" y="68"/>
                    <a:pt x="185" y="67"/>
                    <a:pt x="187" y="67"/>
                  </a:cubicBezTo>
                  <a:cubicBezTo>
                    <a:pt x="189" y="67"/>
                    <a:pt x="191" y="66"/>
                    <a:pt x="193" y="66"/>
                  </a:cubicBezTo>
                  <a:cubicBezTo>
                    <a:pt x="193" y="61"/>
                    <a:pt x="193" y="55"/>
                    <a:pt x="193" y="50"/>
                  </a:cubicBezTo>
                  <a:cubicBezTo>
                    <a:pt x="191" y="51"/>
                    <a:pt x="189" y="51"/>
                    <a:pt x="187" y="52"/>
                  </a:cubicBezTo>
                  <a:cubicBezTo>
                    <a:pt x="185" y="52"/>
                    <a:pt x="183" y="53"/>
                    <a:pt x="181" y="53"/>
                  </a:cubicBezTo>
                  <a:close/>
                  <a:moveTo>
                    <a:pt x="181" y="92"/>
                  </a:moveTo>
                  <a:cubicBezTo>
                    <a:pt x="181" y="97"/>
                    <a:pt x="181" y="102"/>
                    <a:pt x="181" y="107"/>
                  </a:cubicBezTo>
                  <a:cubicBezTo>
                    <a:pt x="183" y="107"/>
                    <a:pt x="185" y="107"/>
                    <a:pt x="187" y="106"/>
                  </a:cubicBezTo>
                  <a:cubicBezTo>
                    <a:pt x="189" y="106"/>
                    <a:pt x="191" y="106"/>
                    <a:pt x="193" y="106"/>
                  </a:cubicBezTo>
                  <a:cubicBezTo>
                    <a:pt x="193" y="101"/>
                    <a:pt x="193" y="95"/>
                    <a:pt x="193" y="90"/>
                  </a:cubicBezTo>
                  <a:cubicBezTo>
                    <a:pt x="191" y="91"/>
                    <a:pt x="189" y="91"/>
                    <a:pt x="187" y="91"/>
                  </a:cubicBezTo>
                  <a:cubicBezTo>
                    <a:pt x="185" y="91"/>
                    <a:pt x="183" y="92"/>
                    <a:pt x="181" y="92"/>
                  </a:cubicBezTo>
                  <a:close/>
                  <a:moveTo>
                    <a:pt x="181" y="72"/>
                  </a:moveTo>
                  <a:cubicBezTo>
                    <a:pt x="181" y="77"/>
                    <a:pt x="181" y="83"/>
                    <a:pt x="181" y="88"/>
                  </a:cubicBezTo>
                  <a:cubicBezTo>
                    <a:pt x="183" y="87"/>
                    <a:pt x="185" y="87"/>
                    <a:pt x="187" y="87"/>
                  </a:cubicBezTo>
                  <a:cubicBezTo>
                    <a:pt x="189" y="86"/>
                    <a:pt x="191" y="86"/>
                    <a:pt x="193" y="86"/>
                  </a:cubicBezTo>
                  <a:cubicBezTo>
                    <a:pt x="193" y="80"/>
                    <a:pt x="193" y="75"/>
                    <a:pt x="193" y="70"/>
                  </a:cubicBezTo>
                  <a:cubicBezTo>
                    <a:pt x="191" y="71"/>
                    <a:pt x="189" y="71"/>
                    <a:pt x="187" y="71"/>
                  </a:cubicBezTo>
                  <a:cubicBezTo>
                    <a:pt x="185" y="72"/>
                    <a:pt x="183" y="72"/>
                    <a:pt x="181" y="72"/>
                  </a:cubicBezTo>
                  <a:close/>
                  <a:moveTo>
                    <a:pt x="205" y="49"/>
                  </a:moveTo>
                  <a:cubicBezTo>
                    <a:pt x="205" y="54"/>
                    <a:pt x="205" y="59"/>
                    <a:pt x="205" y="64"/>
                  </a:cubicBezTo>
                  <a:cubicBezTo>
                    <a:pt x="207" y="64"/>
                    <a:pt x="209" y="63"/>
                    <a:pt x="211" y="63"/>
                  </a:cubicBezTo>
                  <a:cubicBezTo>
                    <a:pt x="213" y="63"/>
                    <a:pt x="215" y="62"/>
                    <a:pt x="217" y="62"/>
                  </a:cubicBezTo>
                  <a:cubicBezTo>
                    <a:pt x="217" y="56"/>
                    <a:pt x="217" y="51"/>
                    <a:pt x="217" y="46"/>
                  </a:cubicBezTo>
                  <a:cubicBezTo>
                    <a:pt x="215" y="46"/>
                    <a:pt x="213" y="47"/>
                    <a:pt x="211" y="47"/>
                  </a:cubicBezTo>
                  <a:cubicBezTo>
                    <a:pt x="209" y="48"/>
                    <a:pt x="207" y="48"/>
                    <a:pt x="205" y="49"/>
                  </a:cubicBezTo>
                  <a:close/>
                  <a:moveTo>
                    <a:pt x="205" y="89"/>
                  </a:moveTo>
                  <a:cubicBezTo>
                    <a:pt x="205" y="94"/>
                    <a:pt x="205" y="99"/>
                    <a:pt x="205" y="104"/>
                  </a:cubicBezTo>
                  <a:cubicBezTo>
                    <a:pt x="207" y="104"/>
                    <a:pt x="209" y="104"/>
                    <a:pt x="211" y="104"/>
                  </a:cubicBezTo>
                  <a:cubicBezTo>
                    <a:pt x="213" y="104"/>
                    <a:pt x="215" y="103"/>
                    <a:pt x="217" y="103"/>
                  </a:cubicBezTo>
                  <a:cubicBezTo>
                    <a:pt x="217" y="98"/>
                    <a:pt x="217" y="92"/>
                    <a:pt x="217" y="87"/>
                  </a:cubicBezTo>
                  <a:cubicBezTo>
                    <a:pt x="215" y="87"/>
                    <a:pt x="213" y="88"/>
                    <a:pt x="211" y="88"/>
                  </a:cubicBezTo>
                  <a:cubicBezTo>
                    <a:pt x="209" y="88"/>
                    <a:pt x="207" y="89"/>
                    <a:pt x="205" y="89"/>
                  </a:cubicBezTo>
                  <a:close/>
                  <a:moveTo>
                    <a:pt x="205" y="69"/>
                  </a:moveTo>
                  <a:cubicBezTo>
                    <a:pt x="205" y="74"/>
                    <a:pt x="205" y="79"/>
                    <a:pt x="205" y="84"/>
                  </a:cubicBezTo>
                  <a:cubicBezTo>
                    <a:pt x="207" y="84"/>
                    <a:pt x="209" y="84"/>
                    <a:pt x="211" y="83"/>
                  </a:cubicBezTo>
                  <a:cubicBezTo>
                    <a:pt x="213" y="83"/>
                    <a:pt x="215" y="83"/>
                    <a:pt x="217" y="82"/>
                  </a:cubicBezTo>
                  <a:cubicBezTo>
                    <a:pt x="217" y="77"/>
                    <a:pt x="217" y="72"/>
                    <a:pt x="217" y="66"/>
                  </a:cubicBezTo>
                  <a:cubicBezTo>
                    <a:pt x="215" y="67"/>
                    <a:pt x="213" y="67"/>
                    <a:pt x="211" y="67"/>
                  </a:cubicBezTo>
                  <a:cubicBezTo>
                    <a:pt x="209" y="68"/>
                    <a:pt x="207" y="68"/>
                    <a:pt x="205" y="69"/>
                  </a:cubicBezTo>
                  <a:close/>
                  <a:moveTo>
                    <a:pt x="57" y="112"/>
                  </a:moveTo>
                  <a:cubicBezTo>
                    <a:pt x="57" y="117"/>
                    <a:pt x="57" y="122"/>
                    <a:pt x="57" y="127"/>
                  </a:cubicBezTo>
                  <a:cubicBezTo>
                    <a:pt x="59" y="126"/>
                    <a:pt x="61" y="126"/>
                    <a:pt x="63" y="126"/>
                  </a:cubicBezTo>
                  <a:cubicBezTo>
                    <a:pt x="65" y="125"/>
                    <a:pt x="67" y="125"/>
                    <a:pt x="69" y="124"/>
                  </a:cubicBezTo>
                  <a:cubicBezTo>
                    <a:pt x="69" y="119"/>
                    <a:pt x="69" y="114"/>
                    <a:pt x="69" y="109"/>
                  </a:cubicBezTo>
                  <a:cubicBezTo>
                    <a:pt x="67" y="109"/>
                    <a:pt x="65" y="110"/>
                    <a:pt x="63" y="110"/>
                  </a:cubicBezTo>
                  <a:cubicBezTo>
                    <a:pt x="61" y="111"/>
                    <a:pt x="59" y="111"/>
                    <a:pt x="57" y="112"/>
                  </a:cubicBezTo>
                  <a:close/>
                  <a:moveTo>
                    <a:pt x="57" y="190"/>
                  </a:moveTo>
                  <a:cubicBezTo>
                    <a:pt x="57" y="195"/>
                    <a:pt x="57" y="200"/>
                    <a:pt x="57" y="205"/>
                  </a:cubicBezTo>
                  <a:cubicBezTo>
                    <a:pt x="59" y="205"/>
                    <a:pt x="61" y="205"/>
                    <a:pt x="63" y="205"/>
                  </a:cubicBezTo>
                  <a:cubicBezTo>
                    <a:pt x="65" y="205"/>
                    <a:pt x="67" y="205"/>
                    <a:pt x="69" y="205"/>
                  </a:cubicBezTo>
                  <a:cubicBezTo>
                    <a:pt x="69" y="199"/>
                    <a:pt x="69" y="194"/>
                    <a:pt x="69" y="189"/>
                  </a:cubicBezTo>
                  <a:cubicBezTo>
                    <a:pt x="67" y="189"/>
                    <a:pt x="65" y="189"/>
                    <a:pt x="63" y="189"/>
                  </a:cubicBezTo>
                  <a:cubicBezTo>
                    <a:pt x="61" y="189"/>
                    <a:pt x="59" y="189"/>
                    <a:pt x="57" y="190"/>
                  </a:cubicBezTo>
                  <a:close/>
                  <a:moveTo>
                    <a:pt x="57" y="170"/>
                  </a:moveTo>
                  <a:cubicBezTo>
                    <a:pt x="57" y="175"/>
                    <a:pt x="57" y="180"/>
                    <a:pt x="57" y="185"/>
                  </a:cubicBezTo>
                  <a:cubicBezTo>
                    <a:pt x="59" y="185"/>
                    <a:pt x="61" y="185"/>
                    <a:pt x="63" y="185"/>
                  </a:cubicBezTo>
                  <a:cubicBezTo>
                    <a:pt x="65" y="184"/>
                    <a:pt x="67" y="184"/>
                    <a:pt x="69" y="184"/>
                  </a:cubicBezTo>
                  <a:cubicBezTo>
                    <a:pt x="69" y="179"/>
                    <a:pt x="69" y="174"/>
                    <a:pt x="69" y="169"/>
                  </a:cubicBezTo>
                  <a:cubicBezTo>
                    <a:pt x="67" y="169"/>
                    <a:pt x="65" y="169"/>
                    <a:pt x="63" y="169"/>
                  </a:cubicBezTo>
                  <a:cubicBezTo>
                    <a:pt x="61" y="169"/>
                    <a:pt x="59" y="170"/>
                    <a:pt x="57" y="170"/>
                  </a:cubicBezTo>
                  <a:close/>
                  <a:moveTo>
                    <a:pt x="57" y="150"/>
                  </a:moveTo>
                  <a:cubicBezTo>
                    <a:pt x="57" y="155"/>
                    <a:pt x="57" y="161"/>
                    <a:pt x="57" y="166"/>
                  </a:cubicBezTo>
                  <a:cubicBezTo>
                    <a:pt x="59" y="165"/>
                    <a:pt x="61" y="165"/>
                    <a:pt x="63" y="165"/>
                  </a:cubicBezTo>
                  <a:cubicBezTo>
                    <a:pt x="65" y="165"/>
                    <a:pt x="67" y="165"/>
                    <a:pt x="69" y="164"/>
                  </a:cubicBezTo>
                  <a:cubicBezTo>
                    <a:pt x="69" y="159"/>
                    <a:pt x="69" y="154"/>
                    <a:pt x="69" y="149"/>
                  </a:cubicBezTo>
                  <a:cubicBezTo>
                    <a:pt x="67" y="149"/>
                    <a:pt x="65" y="149"/>
                    <a:pt x="63" y="150"/>
                  </a:cubicBezTo>
                  <a:cubicBezTo>
                    <a:pt x="61" y="150"/>
                    <a:pt x="59" y="150"/>
                    <a:pt x="57" y="150"/>
                  </a:cubicBezTo>
                  <a:close/>
                  <a:moveTo>
                    <a:pt x="57" y="131"/>
                  </a:moveTo>
                  <a:cubicBezTo>
                    <a:pt x="57" y="136"/>
                    <a:pt x="57" y="141"/>
                    <a:pt x="57" y="146"/>
                  </a:cubicBezTo>
                  <a:cubicBezTo>
                    <a:pt x="59" y="146"/>
                    <a:pt x="61" y="145"/>
                    <a:pt x="63" y="145"/>
                  </a:cubicBezTo>
                  <a:cubicBezTo>
                    <a:pt x="65" y="145"/>
                    <a:pt x="67" y="144"/>
                    <a:pt x="69" y="144"/>
                  </a:cubicBezTo>
                  <a:cubicBezTo>
                    <a:pt x="69" y="139"/>
                    <a:pt x="69" y="134"/>
                    <a:pt x="69" y="129"/>
                  </a:cubicBezTo>
                  <a:cubicBezTo>
                    <a:pt x="67" y="129"/>
                    <a:pt x="65" y="129"/>
                    <a:pt x="63" y="130"/>
                  </a:cubicBezTo>
                  <a:cubicBezTo>
                    <a:pt x="61" y="130"/>
                    <a:pt x="59" y="131"/>
                    <a:pt x="57" y="131"/>
                  </a:cubicBezTo>
                  <a:close/>
                  <a:moveTo>
                    <a:pt x="137" y="164"/>
                  </a:moveTo>
                  <a:cubicBezTo>
                    <a:pt x="137" y="171"/>
                    <a:pt x="137" y="178"/>
                    <a:pt x="137" y="185"/>
                  </a:cubicBezTo>
                  <a:cubicBezTo>
                    <a:pt x="140" y="185"/>
                    <a:pt x="143" y="184"/>
                    <a:pt x="145" y="184"/>
                  </a:cubicBezTo>
                  <a:cubicBezTo>
                    <a:pt x="148" y="183"/>
                    <a:pt x="151" y="182"/>
                    <a:pt x="154" y="182"/>
                  </a:cubicBezTo>
                  <a:cubicBezTo>
                    <a:pt x="154" y="175"/>
                    <a:pt x="154" y="167"/>
                    <a:pt x="154" y="160"/>
                  </a:cubicBezTo>
                  <a:cubicBezTo>
                    <a:pt x="151" y="161"/>
                    <a:pt x="148" y="162"/>
                    <a:pt x="145" y="162"/>
                  </a:cubicBezTo>
                  <a:cubicBezTo>
                    <a:pt x="143" y="163"/>
                    <a:pt x="140" y="164"/>
                    <a:pt x="137" y="164"/>
                  </a:cubicBezTo>
                  <a:close/>
                  <a:moveTo>
                    <a:pt x="137" y="273"/>
                  </a:moveTo>
                  <a:cubicBezTo>
                    <a:pt x="137" y="280"/>
                    <a:pt x="137" y="287"/>
                    <a:pt x="137" y="294"/>
                  </a:cubicBezTo>
                  <a:cubicBezTo>
                    <a:pt x="140" y="294"/>
                    <a:pt x="143" y="294"/>
                    <a:pt x="145" y="294"/>
                  </a:cubicBezTo>
                  <a:cubicBezTo>
                    <a:pt x="148" y="294"/>
                    <a:pt x="151" y="294"/>
                    <a:pt x="154" y="294"/>
                  </a:cubicBezTo>
                  <a:cubicBezTo>
                    <a:pt x="154" y="287"/>
                    <a:pt x="154" y="279"/>
                    <a:pt x="154" y="272"/>
                  </a:cubicBezTo>
                  <a:cubicBezTo>
                    <a:pt x="151" y="272"/>
                    <a:pt x="148" y="272"/>
                    <a:pt x="145" y="273"/>
                  </a:cubicBezTo>
                  <a:cubicBezTo>
                    <a:pt x="143" y="273"/>
                    <a:pt x="140" y="273"/>
                    <a:pt x="137" y="273"/>
                  </a:cubicBezTo>
                  <a:close/>
                  <a:moveTo>
                    <a:pt x="137" y="245"/>
                  </a:moveTo>
                  <a:cubicBezTo>
                    <a:pt x="137" y="252"/>
                    <a:pt x="137" y="259"/>
                    <a:pt x="137" y="266"/>
                  </a:cubicBezTo>
                  <a:cubicBezTo>
                    <a:pt x="140" y="266"/>
                    <a:pt x="143" y="266"/>
                    <a:pt x="145" y="266"/>
                  </a:cubicBezTo>
                  <a:cubicBezTo>
                    <a:pt x="148" y="266"/>
                    <a:pt x="151" y="266"/>
                    <a:pt x="154" y="265"/>
                  </a:cubicBezTo>
                  <a:cubicBezTo>
                    <a:pt x="154" y="258"/>
                    <a:pt x="154" y="251"/>
                    <a:pt x="154" y="244"/>
                  </a:cubicBezTo>
                  <a:cubicBezTo>
                    <a:pt x="151" y="244"/>
                    <a:pt x="148" y="244"/>
                    <a:pt x="145" y="245"/>
                  </a:cubicBezTo>
                  <a:cubicBezTo>
                    <a:pt x="143" y="245"/>
                    <a:pt x="140" y="245"/>
                    <a:pt x="137" y="245"/>
                  </a:cubicBezTo>
                  <a:close/>
                  <a:moveTo>
                    <a:pt x="137" y="218"/>
                  </a:moveTo>
                  <a:cubicBezTo>
                    <a:pt x="137" y="225"/>
                    <a:pt x="137" y="232"/>
                    <a:pt x="137" y="239"/>
                  </a:cubicBezTo>
                  <a:cubicBezTo>
                    <a:pt x="140" y="239"/>
                    <a:pt x="143" y="239"/>
                    <a:pt x="145" y="239"/>
                  </a:cubicBezTo>
                  <a:cubicBezTo>
                    <a:pt x="148" y="238"/>
                    <a:pt x="151" y="238"/>
                    <a:pt x="154" y="238"/>
                  </a:cubicBezTo>
                  <a:cubicBezTo>
                    <a:pt x="154" y="230"/>
                    <a:pt x="154" y="223"/>
                    <a:pt x="154" y="216"/>
                  </a:cubicBezTo>
                  <a:cubicBezTo>
                    <a:pt x="151" y="216"/>
                    <a:pt x="148" y="217"/>
                    <a:pt x="145" y="217"/>
                  </a:cubicBezTo>
                  <a:cubicBezTo>
                    <a:pt x="143" y="218"/>
                    <a:pt x="140" y="218"/>
                    <a:pt x="137" y="218"/>
                  </a:cubicBezTo>
                  <a:close/>
                  <a:moveTo>
                    <a:pt x="137" y="191"/>
                  </a:moveTo>
                  <a:cubicBezTo>
                    <a:pt x="137" y="198"/>
                    <a:pt x="137" y="205"/>
                    <a:pt x="137" y="212"/>
                  </a:cubicBezTo>
                  <a:cubicBezTo>
                    <a:pt x="140" y="212"/>
                    <a:pt x="143" y="211"/>
                    <a:pt x="145" y="211"/>
                  </a:cubicBezTo>
                  <a:cubicBezTo>
                    <a:pt x="148" y="210"/>
                    <a:pt x="151" y="210"/>
                    <a:pt x="154" y="210"/>
                  </a:cubicBezTo>
                  <a:cubicBezTo>
                    <a:pt x="154" y="202"/>
                    <a:pt x="154" y="195"/>
                    <a:pt x="154" y="188"/>
                  </a:cubicBezTo>
                  <a:cubicBezTo>
                    <a:pt x="151" y="188"/>
                    <a:pt x="148" y="189"/>
                    <a:pt x="145" y="190"/>
                  </a:cubicBezTo>
                  <a:cubicBezTo>
                    <a:pt x="143" y="190"/>
                    <a:pt x="140" y="191"/>
                    <a:pt x="137" y="191"/>
                  </a:cubicBezTo>
                  <a:close/>
                  <a:moveTo>
                    <a:pt x="111" y="169"/>
                  </a:moveTo>
                  <a:cubicBezTo>
                    <a:pt x="111" y="176"/>
                    <a:pt x="111" y="183"/>
                    <a:pt x="111" y="189"/>
                  </a:cubicBezTo>
                  <a:cubicBezTo>
                    <a:pt x="113" y="189"/>
                    <a:pt x="116" y="188"/>
                    <a:pt x="119" y="188"/>
                  </a:cubicBezTo>
                  <a:cubicBezTo>
                    <a:pt x="121" y="187"/>
                    <a:pt x="124" y="187"/>
                    <a:pt x="127" y="186"/>
                  </a:cubicBezTo>
                  <a:cubicBezTo>
                    <a:pt x="127" y="179"/>
                    <a:pt x="127" y="172"/>
                    <a:pt x="127" y="165"/>
                  </a:cubicBezTo>
                  <a:cubicBezTo>
                    <a:pt x="124" y="166"/>
                    <a:pt x="121" y="166"/>
                    <a:pt x="119" y="167"/>
                  </a:cubicBezTo>
                  <a:cubicBezTo>
                    <a:pt x="116" y="168"/>
                    <a:pt x="113" y="168"/>
                    <a:pt x="111" y="169"/>
                  </a:cubicBezTo>
                  <a:close/>
                  <a:moveTo>
                    <a:pt x="111" y="274"/>
                  </a:moveTo>
                  <a:cubicBezTo>
                    <a:pt x="111" y="280"/>
                    <a:pt x="111" y="287"/>
                    <a:pt x="111" y="294"/>
                  </a:cubicBezTo>
                  <a:cubicBezTo>
                    <a:pt x="113" y="294"/>
                    <a:pt x="116" y="294"/>
                    <a:pt x="119" y="294"/>
                  </a:cubicBezTo>
                  <a:cubicBezTo>
                    <a:pt x="121" y="294"/>
                    <a:pt x="124" y="294"/>
                    <a:pt x="127" y="294"/>
                  </a:cubicBezTo>
                  <a:cubicBezTo>
                    <a:pt x="127" y="287"/>
                    <a:pt x="127" y="280"/>
                    <a:pt x="127" y="273"/>
                  </a:cubicBezTo>
                  <a:cubicBezTo>
                    <a:pt x="124" y="273"/>
                    <a:pt x="121" y="273"/>
                    <a:pt x="119" y="273"/>
                  </a:cubicBezTo>
                  <a:cubicBezTo>
                    <a:pt x="116" y="273"/>
                    <a:pt x="113" y="273"/>
                    <a:pt x="111" y="274"/>
                  </a:cubicBezTo>
                  <a:close/>
                  <a:moveTo>
                    <a:pt x="111" y="247"/>
                  </a:moveTo>
                  <a:cubicBezTo>
                    <a:pt x="111" y="254"/>
                    <a:pt x="111" y="260"/>
                    <a:pt x="111" y="267"/>
                  </a:cubicBezTo>
                  <a:cubicBezTo>
                    <a:pt x="113" y="267"/>
                    <a:pt x="116" y="267"/>
                    <a:pt x="119" y="267"/>
                  </a:cubicBezTo>
                  <a:cubicBezTo>
                    <a:pt x="121" y="267"/>
                    <a:pt x="124" y="266"/>
                    <a:pt x="127" y="266"/>
                  </a:cubicBezTo>
                  <a:cubicBezTo>
                    <a:pt x="127" y="259"/>
                    <a:pt x="127" y="252"/>
                    <a:pt x="127" y="246"/>
                  </a:cubicBezTo>
                  <a:cubicBezTo>
                    <a:pt x="124" y="246"/>
                    <a:pt x="121" y="246"/>
                    <a:pt x="119" y="246"/>
                  </a:cubicBezTo>
                  <a:cubicBezTo>
                    <a:pt x="116" y="246"/>
                    <a:pt x="113" y="247"/>
                    <a:pt x="111" y="247"/>
                  </a:cubicBezTo>
                  <a:close/>
                  <a:moveTo>
                    <a:pt x="111" y="221"/>
                  </a:moveTo>
                  <a:cubicBezTo>
                    <a:pt x="111" y="228"/>
                    <a:pt x="111" y="235"/>
                    <a:pt x="111" y="241"/>
                  </a:cubicBezTo>
                  <a:cubicBezTo>
                    <a:pt x="113" y="241"/>
                    <a:pt x="116" y="241"/>
                    <a:pt x="119" y="241"/>
                  </a:cubicBezTo>
                  <a:cubicBezTo>
                    <a:pt x="121" y="240"/>
                    <a:pt x="124" y="240"/>
                    <a:pt x="127" y="240"/>
                  </a:cubicBezTo>
                  <a:cubicBezTo>
                    <a:pt x="127" y="233"/>
                    <a:pt x="127" y="226"/>
                    <a:pt x="127" y="219"/>
                  </a:cubicBezTo>
                  <a:cubicBezTo>
                    <a:pt x="124" y="219"/>
                    <a:pt x="121" y="220"/>
                    <a:pt x="119" y="220"/>
                  </a:cubicBezTo>
                  <a:cubicBezTo>
                    <a:pt x="116" y="220"/>
                    <a:pt x="113" y="221"/>
                    <a:pt x="111" y="221"/>
                  </a:cubicBezTo>
                  <a:close/>
                  <a:moveTo>
                    <a:pt x="111" y="195"/>
                  </a:moveTo>
                  <a:cubicBezTo>
                    <a:pt x="111" y="202"/>
                    <a:pt x="111" y="208"/>
                    <a:pt x="111" y="215"/>
                  </a:cubicBezTo>
                  <a:cubicBezTo>
                    <a:pt x="113" y="215"/>
                    <a:pt x="116" y="214"/>
                    <a:pt x="119" y="214"/>
                  </a:cubicBezTo>
                  <a:cubicBezTo>
                    <a:pt x="121" y="214"/>
                    <a:pt x="124" y="213"/>
                    <a:pt x="127" y="213"/>
                  </a:cubicBezTo>
                  <a:cubicBezTo>
                    <a:pt x="127" y="206"/>
                    <a:pt x="127" y="199"/>
                    <a:pt x="127" y="192"/>
                  </a:cubicBezTo>
                  <a:cubicBezTo>
                    <a:pt x="124" y="192"/>
                    <a:pt x="121" y="193"/>
                    <a:pt x="119" y="193"/>
                  </a:cubicBezTo>
                  <a:cubicBezTo>
                    <a:pt x="116" y="194"/>
                    <a:pt x="113" y="194"/>
                    <a:pt x="111" y="195"/>
                  </a:cubicBezTo>
                  <a:close/>
                  <a:moveTo>
                    <a:pt x="122" y="63"/>
                  </a:moveTo>
                  <a:cubicBezTo>
                    <a:pt x="127" y="62"/>
                    <a:pt x="127" y="62"/>
                    <a:pt x="127" y="62"/>
                  </a:cubicBezTo>
                  <a:cubicBezTo>
                    <a:pt x="141" y="59"/>
                    <a:pt x="141" y="59"/>
                    <a:pt x="141" y="59"/>
                  </a:cubicBezTo>
                  <a:cubicBezTo>
                    <a:pt x="171" y="76"/>
                    <a:pt x="171" y="76"/>
                    <a:pt x="171" y="76"/>
                  </a:cubicBezTo>
                  <a:cubicBezTo>
                    <a:pt x="171" y="117"/>
                    <a:pt x="171" y="117"/>
                    <a:pt x="171" y="117"/>
                  </a:cubicBezTo>
                  <a:cubicBezTo>
                    <a:pt x="174" y="117"/>
                    <a:pt x="174" y="117"/>
                    <a:pt x="174" y="117"/>
                  </a:cubicBezTo>
                  <a:cubicBezTo>
                    <a:pt x="188" y="114"/>
                    <a:pt x="188" y="114"/>
                    <a:pt x="188" y="114"/>
                  </a:cubicBezTo>
                  <a:cubicBezTo>
                    <a:pt x="224" y="134"/>
                    <a:pt x="224" y="134"/>
                    <a:pt x="224" y="134"/>
                  </a:cubicBezTo>
                  <a:cubicBezTo>
                    <a:pt x="224" y="303"/>
                    <a:pt x="224" y="303"/>
                    <a:pt x="224" y="303"/>
                  </a:cubicBezTo>
                  <a:cubicBezTo>
                    <a:pt x="239" y="303"/>
                    <a:pt x="239" y="303"/>
                    <a:pt x="239" y="303"/>
                  </a:cubicBezTo>
                  <a:cubicBezTo>
                    <a:pt x="239" y="28"/>
                    <a:pt x="239" y="28"/>
                    <a:pt x="239" y="28"/>
                  </a:cubicBezTo>
                  <a:cubicBezTo>
                    <a:pt x="122" y="55"/>
                    <a:pt x="122" y="55"/>
                    <a:pt x="122" y="55"/>
                  </a:cubicBezTo>
                  <a:cubicBezTo>
                    <a:pt x="122" y="63"/>
                    <a:pt x="122" y="63"/>
                    <a:pt x="122" y="63"/>
                  </a:cubicBezTo>
                  <a:close/>
                  <a:moveTo>
                    <a:pt x="51" y="303"/>
                  </a:moveTo>
                  <a:cubicBezTo>
                    <a:pt x="76" y="303"/>
                    <a:pt x="76" y="303"/>
                    <a:pt x="76" y="303"/>
                  </a:cubicBezTo>
                  <a:cubicBezTo>
                    <a:pt x="76" y="138"/>
                    <a:pt x="76" y="138"/>
                    <a:pt x="76" y="138"/>
                  </a:cubicBezTo>
                  <a:cubicBezTo>
                    <a:pt x="118" y="129"/>
                    <a:pt x="118" y="129"/>
                    <a:pt x="118" y="129"/>
                  </a:cubicBezTo>
                  <a:cubicBezTo>
                    <a:pt x="118" y="87"/>
                    <a:pt x="118" y="87"/>
                    <a:pt x="118" y="87"/>
                  </a:cubicBezTo>
                  <a:cubicBezTo>
                    <a:pt x="51" y="102"/>
                    <a:pt x="51" y="102"/>
                    <a:pt x="51" y="102"/>
                  </a:cubicBezTo>
                  <a:cubicBezTo>
                    <a:pt x="51" y="303"/>
                    <a:pt x="51" y="303"/>
                    <a:pt x="51" y="303"/>
                  </a:cubicBezTo>
                  <a:close/>
                  <a:moveTo>
                    <a:pt x="98" y="303"/>
                  </a:moveTo>
                  <a:cubicBezTo>
                    <a:pt x="166" y="303"/>
                    <a:pt x="166" y="303"/>
                    <a:pt x="166" y="303"/>
                  </a:cubicBezTo>
                  <a:cubicBezTo>
                    <a:pt x="166" y="142"/>
                    <a:pt x="166" y="142"/>
                    <a:pt x="166" y="142"/>
                  </a:cubicBezTo>
                  <a:cubicBezTo>
                    <a:pt x="98" y="153"/>
                    <a:pt x="98" y="153"/>
                    <a:pt x="98" y="153"/>
                  </a:cubicBezTo>
                  <a:lnTo>
                    <a:pt x="98" y="303"/>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23" name="ïṡḷidê">
              <a:extLst>
                <a:ext uri="{FF2B5EF4-FFF2-40B4-BE49-F238E27FC236}">
                  <a16:creationId xmlns:a16="http://schemas.microsoft.com/office/drawing/2014/main" id="{3B382773-F35E-1BE9-2B53-D2F3A878789C}"/>
                </a:ext>
              </a:extLst>
            </p:cNvPr>
            <p:cNvSpPr/>
            <p:nvPr/>
          </p:nvSpPr>
          <p:spPr bwMode="auto">
            <a:xfrm>
              <a:off x="6667755" y="4092450"/>
              <a:ext cx="1915730" cy="2203742"/>
            </a:xfrm>
            <a:custGeom>
              <a:avLst/>
              <a:gdLst>
                <a:gd name="T0" fmla="*/ 603 w 603"/>
                <a:gd name="T1" fmla="*/ 230 h 551"/>
                <a:gd name="T2" fmla="*/ 590 w 603"/>
                <a:gd name="T3" fmla="*/ 265 h 551"/>
                <a:gd name="T4" fmla="*/ 343 w 603"/>
                <a:gd name="T5" fmla="*/ 551 h 551"/>
                <a:gd name="T6" fmla="*/ 226 w 603"/>
                <a:gd name="T7" fmla="*/ 436 h 551"/>
                <a:gd name="T8" fmla="*/ 156 w 603"/>
                <a:gd name="T9" fmla="*/ 551 h 551"/>
                <a:gd name="T10" fmla="*/ 33 w 603"/>
                <a:gd name="T11" fmla="*/ 106 h 551"/>
                <a:gd name="T12" fmla="*/ 0 w 603"/>
                <a:gd name="T13" fmla="*/ 85 h 551"/>
                <a:gd name="T14" fmla="*/ 187 w 603"/>
                <a:gd name="T15" fmla="*/ 0 h 551"/>
                <a:gd name="T16" fmla="*/ 370 w 603"/>
                <a:gd name="T17" fmla="*/ 83 h 551"/>
                <a:gd name="T18" fmla="*/ 343 w 603"/>
                <a:gd name="T19" fmla="*/ 106 h 551"/>
                <a:gd name="T20" fmla="*/ 343 w 603"/>
                <a:gd name="T21" fmla="*/ 230 h 551"/>
                <a:gd name="T22" fmla="*/ 170 w 603"/>
                <a:gd name="T23" fmla="*/ 217 h 551"/>
                <a:gd name="T24" fmla="*/ 214 w 603"/>
                <a:gd name="T25" fmla="*/ 156 h 551"/>
                <a:gd name="T26" fmla="*/ 170 w 603"/>
                <a:gd name="T27" fmla="*/ 156 h 551"/>
                <a:gd name="T28" fmla="*/ 75 w 603"/>
                <a:gd name="T29" fmla="*/ 217 h 551"/>
                <a:gd name="T30" fmla="*/ 118 w 603"/>
                <a:gd name="T31" fmla="*/ 156 h 551"/>
                <a:gd name="T32" fmla="*/ 75 w 603"/>
                <a:gd name="T33" fmla="*/ 156 h 551"/>
                <a:gd name="T34" fmla="*/ 440 w 603"/>
                <a:gd name="T35" fmla="*/ 376 h 551"/>
                <a:gd name="T36" fmla="*/ 482 w 603"/>
                <a:gd name="T37" fmla="*/ 319 h 551"/>
                <a:gd name="T38" fmla="*/ 440 w 603"/>
                <a:gd name="T39" fmla="*/ 319 h 551"/>
                <a:gd name="T40" fmla="*/ 376 w 603"/>
                <a:gd name="T41" fmla="*/ 459 h 551"/>
                <a:gd name="T42" fmla="*/ 416 w 603"/>
                <a:gd name="T43" fmla="*/ 403 h 551"/>
                <a:gd name="T44" fmla="*/ 376 w 603"/>
                <a:gd name="T45" fmla="*/ 403 h 551"/>
                <a:gd name="T46" fmla="*/ 503 w 603"/>
                <a:gd name="T47" fmla="*/ 459 h 551"/>
                <a:gd name="T48" fmla="*/ 544 w 603"/>
                <a:gd name="T49" fmla="*/ 403 h 551"/>
                <a:gd name="T50" fmla="*/ 503 w 603"/>
                <a:gd name="T51" fmla="*/ 403 h 551"/>
                <a:gd name="T52" fmla="*/ 440 w 603"/>
                <a:gd name="T53" fmla="*/ 459 h 551"/>
                <a:gd name="T54" fmla="*/ 482 w 603"/>
                <a:gd name="T55" fmla="*/ 403 h 551"/>
                <a:gd name="T56" fmla="*/ 440 w 603"/>
                <a:gd name="T57" fmla="*/ 403 h 551"/>
                <a:gd name="T58" fmla="*/ 376 w 603"/>
                <a:gd name="T59" fmla="*/ 376 h 551"/>
                <a:gd name="T60" fmla="*/ 416 w 603"/>
                <a:gd name="T61" fmla="*/ 319 h 551"/>
                <a:gd name="T62" fmla="*/ 376 w 603"/>
                <a:gd name="T63" fmla="*/ 319 h 551"/>
                <a:gd name="T64" fmla="*/ 503 w 603"/>
                <a:gd name="T65" fmla="*/ 376 h 551"/>
                <a:gd name="T66" fmla="*/ 544 w 603"/>
                <a:gd name="T67" fmla="*/ 319 h 551"/>
                <a:gd name="T68" fmla="*/ 503 w 603"/>
                <a:gd name="T69" fmla="*/ 319 h 551"/>
                <a:gd name="T70" fmla="*/ 260 w 603"/>
                <a:gd name="T71" fmla="*/ 476 h 551"/>
                <a:gd name="T72" fmla="*/ 305 w 603"/>
                <a:gd name="T73" fmla="*/ 416 h 551"/>
                <a:gd name="T74" fmla="*/ 260 w 603"/>
                <a:gd name="T75" fmla="*/ 416 h 551"/>
                <a:gd name="T76" fmla="*/ 75 w 603"/>
                <a:gd name="T77" fmla="*/ 476 h 551"/>
                <a:gd name="T78" fmla="*/ 118 w 603"/>
                <a:gd name="T79" fmla="*/ 416 h 551"/>
                <a:gd name="T80" fmla="*/ 75 w 603"/>
                <a:gd name="T81" fmla="*/ 416 h 551"/>
                <a:gd name="T82" fmla="*/ 260 w 603"/>
                <a:gd name="T83" fmla="*/ 393 h 551"/>
                <a:gd name="T84" fmla="*/ 305 w 603"/>
                <a:gd name="T85" fmla="*/ 330 h 551"/>
                <a:gd name="T86" fmla="*/ 260 w 603"/>
                <a:gd name="T87" fmla="*/ 330 h 551"/>
                <a:gd name="T88" fmla="*/ 170 w 603"/>
                <a:gd name="T89" fmla="*/ 393 h 551"/>
                <a:gd name="T90" fmla="*/ 214 w 603"/>
                <a:gd name="T91" fmla="*/ 330 h 551"/>
                <a:gd name="T92" fmla="*/ 170 w 603"/>
                <a:gd name="T93" fmla="*/ 330 h 551"/>
                <a:gd name="T94" fmla="*/ 75 w 603"/>
                <a:gd name="T95" fmla="*/ 393 h 551"/>
                <a:gd name="T96" fmla="*/ 118 w 603"/>
                <a:gd name="T97" fmla="*/ 330 h 551"/>
                <a:gd name="T98" fmla="*/ 75 w 603"/>
                <a:gd name="T99" fmla="*/ 330 h 551"/>
                <a:gd name="T100" fmla="*/ 260 w 603"/>
                <a:gd name="T101" fmla="*/ 305 h 551"/>
                <a:gd name="T102" fmla="*/ 305 w 603"/>
                <a:gd name="T103" fmla="*/ 242 h 551"/>
                <a:gd name="T104" fmla="*/ 260 w 603"/>
                <a:gd name="T105" fmla="*/ 242 h 551"/>
                <a:gd name="T106" fmla="*/ 170 w 603"/>
                <a:gd name="T107" fmla="*/ 305 h 551"/>
                <a:gd name="T108" fmla="*/ 214 w 603"/>
                <a:gd name="T109" fmla="*/ 242 h 551"/>
                <a:gd name="T110" fmla="*/ 170 w 603"/>
                <a:gd name="T111" fmla="*/ 242 h 551"/>
                <a:gd name="T112" fmla="*/ 75 w 603"/>
                <a:gd name="T113" fmla="*/ 305 h 551"/>
                <a:gd name="T114" fmla="*/ 118 w 603"/>
                <a:gd name="T115" fmla="*/ 242 h 551"/>
                <a:gd name="T116" fmla="*/ 75 w 603"/>
                <a:gd name="T117" fmla="*/ 242 h 551"/>
                <a:gd name="T118" fmla="*/ 260 w 603"/>
                <a:gd name="T119" fmla="*/ 217 h 551"/>
                <a:gd name="T120" fmla="*/ 305 w 603"/>
                <a:gd name="T121" fmla="*/ 156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03" h="551">
                  <a:moveTo>
                    <a:pt x="343" y="230"/>
                  </a:moveTo>
                  <a:lnTo>
                    <a:pt x="603" y="230"/>
                  </a:lnTo>
                  <a:lnTo>
                    <a:pt x="603" y="265"/>
                  </a:lnTo>
                  <a:lnTo>
                    <a:pt x="590" y="265"/>
                  </a:lnTo>
                  <a:lnTo>
                    <a:pt x="590" y="551"/>
                  </a:lnTo>
                  <a:lnTo>
                    <a:pt x="343" y="551"/>
                  </a:lnTo>
                  <a:lnTo>
                    <a:pt x="226" y="551"/>
                  </a:lnTo>
                  <a:lnTo>
                    <a:pt x="226" y="436"/>
                  </a:lnTo>
                  <a:lnTo>
                    <a:pt x="156" y="436"/>
                  </a:lnTo>
                  <a:lnTo>
                    <a:pt x="156" y="551"/>
                  </a:lnTo>
                  <a:lnTo>
                    <a:pt x="33" y="551"/>
                  </a:lnTo>
                  <a:lnTo>
                    <a:pt x="33" y="106"/>
                  </a:lnTo>
                  <a:lnTo>
                    <a:pt x="0" y="106"/>
                  </a:lnTo>
                  <a:lnTo>
                    <a:pt x="0" y="85"/>
                  </a:lnTo>
                  <a:lnTo>
                    <a:pt x="71" y="54"/>
                  </a:lnTo>
                  <a:lnTo>
                    <a:pt x="187" y="0"/>
                  </a:lnTo>
                  <a:lnTo>
                    <a:pt x="303" y="54"/>
                  </a:lnTo>
                  <a:lnTo>
                    <a:pt x="370" y="83"/>
                  </a:lnTo>
                  <a:lnTo>
                    <a:pt x="370" y="106"/>
                  </a:lnTo>
                  <a:lnTo>
                    <a:pt x="343" y="106"/>
                  </a:lnTo>
                  <a:lnTo>
                    <a:pt x="343" y="230"/>
                  </a:lnTo>
                  <a:lnTo>
                    <a:pt x="343" y="230"/>
                  </a:lnTo>
                  <a:close/>
                  <a:moveTo>
                    <a:pt x="170" y="156"/>
                  </a:moveTo>
                  <a:lnTo>
                    <a:pt x="170" y="217"/>
                  </a:lnTo>
                  <a:lnTo>
                    <a:pt x="214" y="217"/>
                  </a:lnTo>
                  <a:lnTo>
                    <a:pt x="214" y="156"/>
                  </a:lnTo>
                  <a:lnTo>
                    <a:pt x="170" y="156"/>
                  </a:lnTo>
                  <a:lnTo>
                    <a:pt x="170" y="156"/>
                  </a:lnTo>
                  <a:close/>
                  <a:moveTo>
                    <a:pt x="75" y="156"/>
                  </a:moveTo>
                  <a:lnTo>
                    <a:pt x="75" y="217"/>
                  </a:lnTo>
                  <a:lnTo>
                    <a:pt x="118" y="217"/>
                  </a:lnTo>
                  <a:lnTo>
                    <a:pt x="118" y="156"/>
                  </a:lnTo>
                  <a:lnTo>
                    <a:pt x="75" y="156"/>
                  </a:lnTo>
                  <a:lnTo>
                    <a:pt x="75" y="156"/>
                  </a:lnTo>
                  <a:close/>
                  <a:moveTo>
                    <a:pt x="440" y="319"/>
                  </a:moveTo>
                  <a:lnTo>
                    <a:pt x="440" y="376"/>
                  </a:lnTo>
                  <a:lnTo>
                    <a:pt x="482" y="376"/>
                  </a:lnTo>
                  <a:lnTo>
                    <a:pt x="482" y="319"/>
                  </a:lnTo>
                  <a:lnTo>
                    <a:pt x="440" y="319"/>
                  </a:lnTo>
                  <a:lnTo>
                    <a:pt x="440" y="319"/>
                  </a:lnTo>
                  <a:close/>
                  <a:moveTo>
                    <a:pt x="376" y="403"/>
                  </a:moveTo>
                  <a:lnTo>
                    <a:pt x="376" y="459"/>
                  </a:lnTo>
                  <a:lnTo>
                    <a:pt x="416" y="459"/>
                  </a:lnTo>
                  <a:lnTo>
                    <a:pt x="416" y="403"/>
                  </a:lnTo>
                  <a:lnTo>
                    <a:pt x="376" y="403"/>
                  </a:lnTo>
                  <a:lnTo>
                    <a:pt x="376" y="403"/>
                  </a:lnTo>
                  <a:close/>
                  <a:moveTo>
                    <a:pt x="503" y="403"/>
                  </a:moveTo>
                  <a:lnTo>
                    <a:pt x="503" y="459"/>
                  </a:lnTo>
                  <a:lnTo>
                    <a:pt x="544" y="459"/>
                  </a:lnTo>
                  <a:lnTo>
                    <a:pt x="544" y="403"/>
                  </a:lnTo>
                  <a:lnTo>
                    <a:pt x="503" y="403"/>
                  </a:lnTo>
                  <a:lnTo>
                    <a:pt x="503" y="403"/>
                  </a:lnTo>
                  <a:close/>
                  <a:moveTo>
                    <a:pt x="440" y="403"/>
                  </a:moveTo>
                  <a:lnTo>
                    <a:pt x="440" y="459"/>
                  </a:lnTo>
                  <a:lnTo>
                    <a:pt x="482" y="459"/>
                  </a:lnTo>
                  <a:lnTo>
                    <a:pt x="482" y="403"/>
                  </a:lnTo>
                  <a:lnTo>
                    <a:pt x="440" y="403"/>
                  </a:lnTo>
                  <a:lnTo>
                    <a:pt x="440" y="403"/>
                  </a:lnTo>
                  <a:close/>
                  <a:moveTo>
                    <a:pt x="376" y="319"/>
                  </a:moveTo>
                  <a:lnTo>
                    <a:pt x="376" y="376"/>
                  </a:lnTo>
                  <a:lnTo>
                    <a:pt x="416" y="376"/>
                  </a:lnTo>
                  <a:lnTo>
                    <a:pt x="416" y="319"/>
                  </a:lnTo>
                  <a:lnTo>
                    <a:pt x="376" y="319"/>
                  </a:lnTo>
                  <a:lnTo>
                    <a:pt x="376" y="319"/>
                  </a:lnTo>
                  <a:close/>
                  <a:moveTo>
                    <a:pt x="503" y="319"/>
                  </a:moveTo>
                  <a:lnTo>
                    <a:pt x="503" y="376"/>
                  </a:lnTo>
                  <a:lnTo>
                    <a:pt x="544" y="376"/>
                  </a:lnTo>
                  <a:lnTo>
                    <a:pt x="544" y="319"/>
                  </a:lnTo>
                  <a:lnTo>
                    <a:pt x="503" y="319"/>
                  </a:lnTo>
                  <a:lnTo>
                    <a:pt x="503" y="319"/>
                  </a:lnTo>
                  <a:close/>
                  <a:moveTo>
                    <a:pt x="260" y="416"/>
                  </a:moveTo>
                  <a:lnTo>
                    <a:pt x="260" y="476"/>
                  </a:lnTo>
                  <a:lnTo>
                    <a:pt x="305" y="476"/>
                  </a:lnTo>
                  <a:lnTo>
                    <a:pt x="305" y="416"/>
                  </a:lnTo>
                  <a:lnTo>
                    <a:pt x="260" y="416"/>
                  </a:lnTo>
                  <a:lnTo>
                    <a:pt x="260" y="416"/>
                  </a:lnTo>
                  <a:close/>
                  <a:moveTo>
                    <a:pt x="75" y="416"/>
                  </a:moveTo>
                  <a:lnTo>
                    <a:pt x="75" y="476"/>
                  </a:lnTo>
                  <a:lnTo>
                    <a:pt x="118" y="476"/>
                  </a:lnTo>
                  <a:lnTo>
                    <a:pt x="118" y="416"/>
                  </a:lnTo>
                  <a:lnTo>
                    <a:pt x="75" y="416"/>
                  </a:lnTo>
                  <a:lnTo>
                    <a:pt x="75" y="416"/>
                  </a:lnTo>
                  <a:close/>
                  <a:moveTo>
                    <a:pt x="260" y="330"/>
                  </a:moveTo>
                  <a:lnTo>
                    <a:pt x="260" y="393"/>
                  </a:lnTo>
                  <a:lnTo>
                    <a:pt x="305" y="393"/>
                  </a:lnTo>
                  <a:lnTo>
                    <a:pt x="305" y="330"/>
                  </a:lnTo>
                  <a:lnTo>
                    <a:pt x="260" y="330"/>
                  </a:lnTo>
                  <a:lnTo>
                    <a:pt x="260" y="330"/>
                  </a:lnTo>
                  <a:close/>
                  <a:moveTo>
                    <a:pt x="170" y="330"/>
                  </a:moveTo>
                  <a:lnTo>
                    <a:pt x="170" y="393"/>
                  </a:lnTo>
                  <a:lnTo>
                    <a:pt x="214" y="393"/>
                  </a:lnTo>
                  <a:lnTo>
                    <a:pt x="214" y="330"/>
                  </a:lnTo>
                  <a:lnTo>
                    <a:pt x="170" y="330"/>
                  </a:lnTo>
                  <a:lnTo>
                    <a:pt x="170" y="330"/>
                  </a:lnTo>
                  <a:close/>
                  <a:moveTo>
                    <a:pt x="75" y="330"/>
                  </a:moveTo>
                  <a:lnTo>
                    <a:pt x="75" y="393"/>
                  </a:lnTo>
                  <a:lnTo>
                    <a:pt x="118" y="393"/>
                  </a:lnTo>
                  <a:lnTo>
                    <a:pt x="118" y="330"/>
                  </a:lnTo>
                  <a:lnTo>
                    <a:pt x="75" y="330"/>
                  </a:lnTo>
                  <a:lnTo>
                    <a:pt x="75" y="330"/>
                  </a:lnTo>
                  <a:close/>
                  <a:moveTo>
                    <a:pt x="260" y="242"/>
                  </a:moveTo>
                  <a:lnTo>
                    <a:pt x="260" y="305"/>
                  </a:lnTo>
                  <a:lnTo>
                    <a:pt x="305" y="305"/>
                  </a:lnTo>
                  <a:lnTo>
                    <a:pt x="305" y="242"/>
                  </a:lnTo>
                  <a:lnTo>
                    <a:pt x="260" y="242"/>
                  </a:lnTo>
                  <a:lnTo>
                    <a:pt x="260" y="242"/>
                  </a:lnTo>
                  <a:close/>
                  <a:moveTo>
                    <a:pt x="170" y="242"/>
                  </a:moveTo>
                  <a:lnTo>
                    <a:pt x="170" y="305"/>
                  </a:lnTo>
                  <a:lnTo>
                    <a:pt x="214" y="305"/>
                  </a:lnTo>
                  <a:lnTo>
                    <a:pt x="214" y="242"/>
                  </a:lnTo>
                  <a:lnTo>
                    <a:pt x="170" y="242"/>
                  </a:lnTo>
                  <a:lnTo>
                    <a:pt x="170" y="242"/>
                  </a:lnTo>
                  <a:close/>
                  <a:moveTo>
                    <a:pt x="75" y="242"/>
                  </a:moveTo>
                  <a:lnTo>
                    <a:pt x="75" y="305"/>
                  </a:lnTo>
                  <a:lnTo>
                    <a:pt x="118" y="305"/>
                  </a:lnTo>
                  <a:lnTo>
                    <a:pt x="118" y="242"/>
                  </a:lnTo>
                  <a:lnTo>
                    <a:pt x="75" y="242"/>
                  </a:lnTo>
                  <a:lnTo>
                    <a:pt x="75" y="242"/>
                  </a:lnTo>
                  <a:close/>
                  <a:moveTo>
                    <a:pt x="260" y="156"/>
                  </a:moveTo>
                  <a:lnTo>
                    <a:pt x="260" y="217"/>
                  </a:lnTo>
                  <a:lnTo>
                    <a:pt x="305" y="217"/>
                  </a:lnTo>
                  <a:lnTo>
                    <a:pt x="305" y="156"/>
                  </a:lnTo>
                  <a:lnTo>
                    <a:pt x="260" y="156"/>
                  </a:lnTo>
                  <a:close/>
                </a:path>
              </a:pathLst>
            </a:custGeom>
            <a:grpFill/>
            <a:ln w="9525">
              <a:noFill/>
              <a:round/>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grpSp>
      <p:grpSp>
        <p:nvGrpSpPr>
          <p:cNvPr id="28" name="组合 27">
            <a:extLst>
              <a:ext uri="{FF2B5EF4-FFF2-40B4-BE49-F238E27FC236}">
                <a16:creationId xmlns:a16="http://schemas.microsoft.com/office/drawing/2014/main" id="{1123ED97-8C9F-6DA4-7D4B-6C39DB50F5B5}"/>
              </a:ext>
            </a:extLst>
          </p:cNvPr>
          <p:cNvGrpSpPr/>
          <p:nvPr/>
        </p:nvGrpSpPr>
        <p:grpSpPr>
          <a:xfrm>
            <a:off x="274752" y="6400887"/>
            <a:ext cx="1093905" cy="203200"/>
            <a:chOff x="2400300" y="-914400"/>
            <a:chExt cx="1093905" cy="203200"/>
          </a:xfrm>
        </p:grpSpPr>
        <p:sp>
          <p:nvSpPr>
            <p:cNvPr id="25" name="椭圆 24">
              <a:extLst>
                <a:ext uri="{FF2B5EF4-FFF2-40B4-BE49-F238E27FC236}">
                  <a16:creationId xmlns:a16="http://schemas.microsoft.com/office/drawing/2014/main" id="{73F01E6C-A06E-74F2-8FF3-430FCAD160D9}"/>
                </a:ext>
              </a:extLst>
            </p:cNvPr>
            <p:cNvSpPr/>
            <p:nvPr/>
          </p:nvSpPr>
          <p:spPr>
            <a:xfrm>
              <a:off x="2400300"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E2E7D3EB-8978-C9F3-054C-E7E61DED52BC}"/>
                </a:ext>
              </a:extLst>
            </p:cNvPr>
            <p:cNvSpPr/>
            <p:nvPr/>
          </p:nvSpPr>
          <p:spPr>
            <a:xfrm>
              <a:off x="2845653"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F7331D9-057A-C24B-B6BA-F9325D9DD010}"/>
                </a:ext>
              </a:extLst>
            </p:cNvPr>
            <p:cNvSpPr/>
            <p:nvPr/>
          </p:nvSpPr>
          <p:spPr>
            <a:xfrm>
              <a:off x="3291005" y="-914400"/>
              <a:ext cx="203200" cy="203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PA_矩形 29">
            <a:extLst>
              <a:ext uri="{FF2B5EF4-FFF2-40B4-BE49-F238E27FC236}">
                <a16:creationId xmlns:a16="http://schemas.microsoft.com/office/drawing/2014/main" id="{0677FD66-ED03-ABA3-4483-D21B25F399D2}"/>
              </a:ext>
            </a:extLst>
          </p:cNvPr>
          <p:cNvSpPr/>
          <p:nvPr>
            <p:custDataLst>
              <p:tags r:id="rId1"/>
            </p:custDataLst>
          </p:nvPr>
        </p:nvSpPr>
        <p:spPr>
          <a:xfrm>
            <a:off x="240405" y="1877699"/>
            <a:ext cx="7015945" cy="584775"/>
          </a:xfrm>
          <a:prstGeom prst="rect">
            <a:avLst/>
          </a:prstGeom>
          <a:ln>
            <a:noFill/>
          </a:ln>
        </p:spPr>
        <p:txBody>
          <a:bodyPr wrap="square">
            <a:spAutoFit/>
          </a:bodyPr>
          <a:lstStyle/>
          <a:p>
            <a:r>
              <a:rPr lang="zh-CN" altLang="en-US" sz="3200" dirty="0">
                <a:solidFill>
                  <a:schemeClr val="accent2"/>
                </a:solidFill>
                <a:latin typeface="思源宋体 Heavy" panose="02020900000000000000" pitchFamily="18" charset="-122"/>
                <a:ea typeface="思源宋体 Heavy" panose="02020900000000000000" pitchFamily="18" charset="-122"/>
                <a:cs typeface="+mn-ea"/>
                <a:sym typeface="+mn-lt"/>
              </a:rPr>
              <a:t>前沿调研报告</a:t>
            </a:r>
            <a:endParaRPr lang="en-US" altLang="zh-CN" sz="3200" spc="300" dirty="0">
              <a:solidFill>
                <a:schemeClr val="accent2"/>
              </a:solidFill>
              <a:latin typeface="思源宋体 Heavy" panose="02020900000000000000" pitchFamily="18" charset="-122"/>
              <a:ea typeface="思源宋体 Heavy" panose="02020900000000000000" pitchFamily="18" charset="-122"/>
              <a:cs typeface="+mn-ea"/>
              <a:sym typeface="思源黑体" panose="020B0500000000000000" pitchFamily="34" charset="-122"/>
            </a:endParaRPr>
          </a:p>
        </p:txBody>
      </p:sp>
      <p:sp>
        <p:nvSpPr>
          <p:cNvPr id="13" name="矩形: 圆角 19">
            <a:extLst>
              <a:ext uri="{FF2B5EF4-FFF2-40B4-BE49-F238E27FC236}">
                <a16:creationId xmlns:a16="http://schemas.microsoft.com/office/drawing/2014/main" id="{1FA1D372-5216-5032-9F9D-EC092747330F}"/>
              </a:ext>
            </a:extLst>
          </p:cNvPr>
          <p:cNvSpPr/>
          <p:nvPr/>
        </p:nvSpPr>
        <p:spPr>
          <a:xfrm>
            <a:off x="420227" y="4025450"/>
            <a:ext cx="1842732" cy="38173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易阳   </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2352475</a:t>
            </a:r>
          </a:p>
        </p:txBody>
      </p:sp>
      <p:sp>
        <p:nvSpPr>
          <p:cNvPr id="14" name="矩形: 圆角 20">
            <a:extLst>
              <a:ext uri="{FF2B5EF4-FFF2-40B4-BE49-F238E27FC236}">
                <a16:creationId xmlns:a16="http://schemas.microsoft.com/office/drawing/2014/main" id="{7D9F1204-4A97-44DE-A840-B7654C155C57}"/>
              </a:ext>
            </a:extLst>
          </p:cNvPr>
          <p:cNvSpPr/>
          <p:nvPr/>
        </p:nvSpPr>
        <p:spPr>
          <a:xfrm>
            <a:off x="2748646" y="4025450"/>
            <a:ext cx="1935922" cy="381735"/>
          </a:xfrm>
          <a:prstGeom prst="roundRect">
            <a:avLst>
              <a:gd name="adj" fmla="val 50000"/>
            </a:avLst>
          </a:prstGeom>
          <a:solidFill>
            <a:schemeClr val="accent2"/>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2025</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年</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12</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月</a:t>
            </a:r>
            <a:r>
              <a:rPr lang="en-US" altLang="zh-CN" sz="1600" dirty="0">
                <a:solidFill>
                  <a:schemeClr val="bg1"/>
                </a:solidFill>
                <a:latin typeface="思源黑体" panose="020B0500000000000000" pitchFamily="34" charset="-122"/>
                <a:ea typeface="思源黑体" panose="020B0500000000000000" pitchFamily="34" charset="-122"/>
                <a:cs typeface="+mn-ea"/>
                <a:sym typeface="+mn-lt"/>
              </a:rPr>
              <a:t>30</a:t>
            </a:r>
            <a:r>
              <a:rPr lang="zh-CN" altLang="en-US" sz="1600" dirty="0">
                <a:solidFill>
                  <a:schemeClr val="bg1"/>
                </a:solidFill>
                <a:latin typeface="思源黑体" panose="020B0500000000000000" pitchFamily="34" charset="-122"/>
                <a:ea typeface="思源黑体" panose="020B0500000000000000" pitchFamily="34" charset="-122"/>
                <a:cs typeface="+mn-ea"/>
                <a:sym typeface="+mn-lt"/>
              </a:rPr>
              <a:t>日</a:t>
            </a:r>
          </a:p>
        </p:txBody>
      </p:sp>
      <p:sp>
        <p:nvSpPr>
          <p:cNvPr id="29" name="PA_矩形 29">
            <a:extLst>
              <a:ext uri="{FF2B5EF4-FFF2-40B4-BE49-F238E27FC236}">
                <a16:creationId xmlns:a16="http://schemas.microsoft.com/office/drawing/2014/main" id="{08C4A85D-28D8-5B5D-8BEA-068688183362}"/>
              </a:ext>
            </a:extLst>
          </p:cNvPr>
          <p:cNvSpPr/>
          <p:nvPr>
            <p:custDataLst>
              <p:tags r:id="rId2"/>
            </p:custDataLst>
          </p:nvPr>
        </p:nvSpPr>
        <p:spPr>
          <a:xfrm>
            <a:off x="11345144" y="236329"/>
            <a:ext cx="615553" cy="2226145"/>
          </a:xfrm>
          <a:prstGeom prst="rect">
            <a:avLst/>
          </a:prstGeom>
          <a:ln>
            <a:noFill/>
          </a:ln>
        </p:spPr>
        <p:txBody>
          <a:bodyPr vert="eaVert" wrap="square">
            <a:spAutoFit/>
          </a:bodyPr>
          <a:lstStyle/>
          <a:p>
            <a:pPr algn="dist"/>
            <a:r>
              <a:rPr lang="zh-CN" altLang="en-US" sz="2800" spc="300" dirty="0">
                <a:solidFill>
                  <a:schemeClr val="bg1"/>
                </a:solidFill>
                <a:latin typeface="华文行楷" panose="02010800040101010101" pitchFamily="2" charset="-122"/>
                <a:ea typeface="华文行楷" panose="02010800040101010101" pitchFamily="2" charset="-122"/>
                <a:cs typeface="+mn-ea"/>
                <a:sym typeface="+mn-lt"/>
              </a:rPr>
              <a:t>同舟共济</a:t>
            </a:r>
            <a:endParaRPr lang="en-US" altLang="zh-CN" sz="2800" spc="300" dirty="0">
              <a:solidFill>
                <a:schemeClr val="bg1"/>
              </a:solidFill>
              <a:latin typeface="华文行楷" panose="02010800040101010101" pitchFamily="2" charset="-122"/>
              <a:ea typeface="华文行楷" panose="02010800040101010101" pitchFamily="2" charset="-122"/>
              <a:cs typeface="+mn-ea"/>
              <a:sym typeface="思源黑体" panose="020B0500000000000000" pitchFamily="34" charset="-122"/>
            </a:endParaRPr>
          </a:p>
        </p:txBody>
      </p:sp>
      <p:grpSp>
        <p:nvGrpSpPr>
          <p:cNvPr id="20" name="组合 19">
            <a:extLst>
              <a:ext uri="{FF2B5EF4-FFF2-40B4-BE49-F238E27FC236}">
                <a16:creationId xmlns:a16="http://schemas.microsoft.com/office/drawing/2014/main" id="{F061DACA-CCB6-CEB5-0C15-CE14B6B57867}"/>
              </a:ext>
            </a:extLst>
          </p:cNvPr>
          <p:cNvGrpSpPr/>
          <p:nvPr/>
        </p:nvGrpSpPr>
        <p:grpSpPr>
          <a:xfrm>
            <a:off x="1341593" y="465196"/>
            <a:ext cx="3943462" cy="1158590"/>
            <a:chOff x="9488724" y="3354030"/>
            <a:chExt cx="2545960" cy="731019"/>
          </a:xfrm>
        </p:grpSpPr>
        <p:pic>
          <p:nvPicPr>
            <p:cNvPr id="30" name="图片 29">
              <a:extLst>
                <a:ext uri="{FF2B5EF4-FFF2-40B4-BE49-F238E27FC236}">
                  <a16:creationId xmlns:a16="http://schemas.microsoft.com/office/drawing/2014/main" id="{581415B1-D7FE-1B5B-FCA8-F0BC9EF9E55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488724" y="3354030"/>
              <a:ext cx="731583" cy="731019"/>
            </a:xfrm>
            <a:prstGeom prst="rect">
              <a:avLst/>
            </a:prstGeom>
          </p:spPr>
        </p:pic>
        <p:pic>
          <p:nvPicPr>
            <p:cNvPr id="31" name="图片 30">
              <a:extLst>
                <a:ext uri="{FF2B5EF4-FFF2-40B4-BE49-F238E27FC236}">
                  <a16:creationId xmlns:a16="http://schemas.microsoft.com/office/drawing/2014/main" id="{C9F7F6F2-9CB1-08E2-8703-9E747D06172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0327902" y="3370713"/>
              <a:ext cx="1643775" cy="512858"/>
            </a:xfrm>
            <a:prstGeom prst="rect">
              <a:avLst/>
            </a:prstGeom>
          </p:spPr>
        </p:pic>
        <p:sp>
          <p:nvSpPr>
            <p:cNvPr id="32" name="文本框 31">
              <a:extLst>
                <a:ext uri="{FF2B5EF4-FFF2-40B4-BE49-F238E27FC236}">
                  <a16:creationId xmlns:a16="http://schemas.microsoft.com/office/drawing/2014/main" id="{B730072A-767D-0568-DB61-35945A860756}"/>
                </a:ext>
              </a:extLst>
            </p:cNvPr>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en-US" altLang="zh-CN" sz="900" b="1" spc="200" dirty="0">
                  <a:latin typeface="Calibri Light" panose="020F0302020204030204" pitchFamily="34" charset="0"/>
                  <a:ea typeface="思源黑体 CN Light"/>
                  <a:cs typeface="Segoe UI Light" panose="020B0502040204020203" pitchFamily="34" charset="0"/>
                </a:rPr>
                <a:t>TONGJI UNIVERSITY</a:t>
              </a:r>
            </a:p>
          </p:txBody>
        </p:sp>
      </p:grpSp>
    </p:spTree>
    <p:extLst>
      <p:ext uri="{BB962C8B-B14F-4D97-AF65-F5344CB8AC3E}">
        <p14:creationId xmlns:p14="http://schemas.microsoft.com/office/powerpoint/2010/main" val="36416265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1+#ppt_h/2"/>
                                          </p:val>
                                        </p:tav>
                                        <p:tav tm="100000">
                                          <p:val>
                                            <p:strVal val="#ppt_y"/>
                                          </p:val>
                                        </p:tav>
                                      </p:tavLst>
                                    </p:anim>
                                  </p:childTnLst>
                                </p:cTn>
                              </p:par>
                              <p:par>
                                <p:cTn id="9" presetID="16" presetClass="entr" presetSubtype="21" fill="hold" grpId="0" nodeType="with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barn(inVertic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1000"/>
                                        <p:tgtEl>
                                          <p:spTgt spid="14"/>
                                        </p:tgtEl>
                                      </p:cBhvr>
                                    </p:animEffect>
                                    <p:anim calcmode="lin" valueType="num">
                                      <p:cBhvr>
                                        <p:cTn id="17" dur="1000" fill="hold"/>
                                        <p:tgtEl>
                                          <p:spTgt spid="14"/>
                                        </p:tgtEl>
                                        <p:attrNameLst>
                                          <p:attrName>ppt_x</p:attrName>
                                        </p:attrNameLst>
                                      </p:cBhvr>
                                      <p:tavLst>
                                        <p:tav tm="0">
                                          <p:val>
                                            <p:strVal val="#ppt_x"/>
                                          </p:val>
                                        </p:tav>
                                        <p:tav tm="100000">
                                          <p:val>
                                            <p:strVal val="#ppt_x"/>
                                          </p:val>
                                        </p:tav>
                                      </p:tavLst>
                                    </p:anim>
                                    <p:anim calcmode="lin" valueType="num">
                                      <p:cBhvr>
                                        <p:cTn id="18" dur="1000" fill="hold"/>
                                        <p:tgtEl>
                                          <p:spTgt spid="1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7779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004596" y="1193014"/>
            <a:ext cx="10182808" cy="4855110"/>
            <a:chOff x="1004596" y="1193014"/>
            <a:chExt cx="10182808" cy="4855110"/>
          </a:xfrm>
        </p:grpSpPr>
        <p:sp>
          <p:nvSpPr>
            <p:cNvPr id="6" name="îšlíḋè"/>
            <p:cNvSpPr/>
            <p:nvPr/>
          </p:nvSpPr>
          <p:spPr>
            <a:xfrm>
              <a:off x="1004596" y="2829436"/>
              <a:ext cx="10182808" cy="1550336"/>
            </a:xfrm>
            <a:prstGeom prst="roundRect">
              <a:avLst>
                <a:gd name="adj" fmla="val 50000"/>
              </a:avLst>
            </a:prstGeom>
            <a:solidFill>
              <a:schemeClr val="bg1">
                <a:lumMod val="95000"/>
                <a:alpha val="40000"/>
              </a:schemeClr>
            </a:solidFill>
            <a:ln w="3810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lumMod val="75000"/>
                    <a:lumOff val="25000"/>
                  </a:schemeClr>
                </a:solidFill>
              </a:endParaRPr>
            </a:p>
          </p:txBody>
        </p:sp>
        <p:grpSp>
          <p:nvGrpSpPr>
            <p:cNvPr id="7" name="iŝļidé"/>
            <p:cNvGrpSpPr/>
            <p:nvPr/>
          </p:nvGrpSpPr>
          <p:grpSpPr>
            <a:xfrm>
              <a:off x="2488163" y="2417861"/>
              <a:ext cx="823158" cy="823150"/>
              <a:chOff x="3277103" y="2131962"/>
              <a:chExt cx="671155" cy="671150"/>
            </a:xfrm>
          </p:grpSpPr>
          <p:sp>
            <p:nvSpPr>
              <p:cNvPr id="53" name="îṥlïḍe"/>
              <p:cNvSpPr/>
              <p:nvPr/>
            </p:nvSpPr>
            <p:spPr>
              <a:xfrm>
                <a:off x="3277103" y="2131962"/>
                <a:ext cx="671155" cy="671150"/>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chemeClr val="tx1">
                      <a:lumMod val="75000"/>
                      <a:lumOff val="25000"/>
                    </a:schemeClr>
                  </a:solidFill>
                </a:endParaRPr>
              </a:p>
            </p:txBody>
          </p:sp>
          <p:sp>
            <p:nvSpPr>
              <p:cNvPr id="54" name="ísḻíḋé"/>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8" name="išlíḑè"/>
            <p:cNvGrpSpPr/>
            <p:nvPr/>
          </p:nvGrpSpPr>
          <p:grpSpPr>
            <a:xfrm>
              <a:off x="5684421" y="2417861"/>
              <a:ext cx="823158" cy="823150"/>
              <a:chOff x="3277103" y="2131962"/>
              <a:chExt cx="671155" cy="671150"/>
            </a:xfrm>
          </p:grpSpPr>
          <p:sp>
            <p:nvSpPr>
              <p:cNvPr id="51" name="ïṥḻîḋè"/>
              <p:cNvSpPr/>
              <p:nvPr/>
            </p:nvSpPr>
            <p:spPr>
              <a:xfrm>
                <a:off x="3277103" y="2131962"/>
                <a:ext cx="671155" cy="67115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solidFill>
                    <a:schemeClr val="tx1">
                      <a:lumMod val="75000"/>
                      <a:lumOff val="25000"/>
                    </a:schemeClr>
                  </a:solidFill>
                </a:endParaRPr>
              </a:p>
            </p:txBody>
          </p:sp>
          <p:sp>
            <p:nvSpPr>
              <p:cNvPr id="52" name="iślîḑe"/>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9" name="išľïḑè"/>
            <p:cNvGrpSpPr/>
            <p:nvPr/>
          </p:nvGrpSpPr>
          <p:grpSpPr>
            <a:xfrm>
              <a:off x="8880679" y="2417861"/>
              <a:ext cx="823158" cy="823150"/>
              <a:chOff x="3277103" y="2131962"/>
              <a:chExt cx="671155" cy="671150"/>
            </a:xfrm>
          </p:grpSpPr>
          <p:sp>
            <p:nvSpPr>
              <p:cNvPr id="49" name="îṡľíḑé"/>
              <p:cNvSpPr/>
              <p:nvPr/>
            </p:nvSpPr>
            <p:spPr>
              <a:xfrm>
                <a:off x="3277103" y="2131962"/>
                <a:ext cx="671155" cy="671150"/>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chemeClr val="tx1">
                      <a:lumMod val="75000"/>
                      <a:lumOff val="25000"/>
                    </a:schemeClr>
                  </a:solidFill>
                </a:endParaRPr>
              </a:p>
            </p:txBody>
          </p:sp>
          <p:sp>
            <p:nvSpPr>
              <p:cNvPr id="50" name="išḻidê"/>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10" name="ïşľïḍé"/>
            <p:cNvGrpSpPr/>
            <p:nvPr/>
          </p:nvGrpSpPr>
          <p:grpSpPr>
            <a:xfrm>
              <a:off x="2488163" y="3968197"/>
              <a:ext cx="823158" cy="823150"/>
              <a:chOff x="3277103" y="2131962"/>
              <a:chExt cx="671155" cy="671150"/>
            </a:xfrm>
          </p:grpSpPr>
          <p:sp>
            <p:nvSpPr>
              <p:cNvPr id="47" name="íşlîḑé"/>
              <p:cNvSpPr/>
              <p:nvPr/>
            </p:nvSpPr>
            <p:spPr>
              <a:xfrm>
                <a:off x="3277103" y="2131962"/>
                <a:ext cx="671155" cy="67115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chemeClr val="tx1">
                      <a:lumMod val="75000"/>
                      <a:lumOff val="25000"/>
                    </a:schemeClr>
                  </a:solidFill>
                </a:endParaRPr>
              </a:p>
            </p:txBody>
          </p:sp>
          <p:sp>
            <p:nvSpPr>
              <p:cNvPr id="48" name="ïsḻiďè"/>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11" name="iş1îdè"/>
            <p:cNvGrpSpPr/>
            <p:nvPr/>
          </p:nvGrpSpPr>
          <p:grpSpPr>
            <a:xfrm>
              <a:off x="5684421" y="3968197"/>
              <a:ext cx="823158" cy="823150"/>
              <a:chOff x="3277103" y="2131962"/>
              <a:chExt cx="671155" cy="671150"/>
            </a:xfrm>
          </p:grpSpPr>
          <p:sp>
            <p:nvSpPr>
              <p:cNvPr id="45" name="ïsļïḋe"/>
              <p:cNvSpPr/>
              <p:nvPr/>
            </p:nvSpPr>
            <p:spPr>
              <a:xfrm>
                <a:off x="3277103" y="2131962"/>
                <a:ext cx="671155" cy="671150"/>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chemeClr val="tx1">
                      <a:lumMod val="75000"/>
                      <a:lumOff val="25000"/>
                    </a:schemeClr>
                  </a:solidFill>
                </a:endParaRPr>
              </a:p>
            </p:txBody>
          </p:sp>
          <p:sp>
            <p:nvSpPr>
              <p:cNvPr id="46" name="iš1iḋe"/>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12" name="iSľïḋê"/>
            <p:cNvGrpSpPr/>
            <p:nvPr/>
          </p:nvGrpSpPr>
          <p:grpSpPr>
            <a:xfrm>
              <a:off x="8880679" y="3968197"/>
              <a:ext cx="823158" cy="823150"/>
              <a:chOff x="3277103" y="2131962"/>
              <a:chExt cx="671155" cy="671150"/>
            </a:xfrm>
          </p:grpSpPr>
          <p:sp>
            <p:nvSpPr>
              <p:cNvPr id="43" name="îşļiḋè"/>
              <p:cNvSpPr/>
              <p:nvPr/>
            </p:nvSpPr>
            <p:spPr>
              <a:xfrm>
                <a:off x="3277103" y="2131962"/>
                <a:ext cx="671155" cy="671150"/>
              </a:xfrm>
              <a:prstGeom prst="ellips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chemeClr val="tx1">
                      <a:lumMod val="75000"/>
                      <a:lumOff val="25000"/>
                    </a:schemeClr>
                  </a:solidFill>
                </a:endParaRPr>
              </a:p>
            </p:txBody>
          </p:sp>
          <p:sp>
            <p:nvSpPr>
              <p:cNvPr id="44" name="ïŝľïḋè"/>
              <p:cNvSpPr/>
              <p:nvPr/>
            </p:nvSpPr>
            <p:spPr bwMode="auto">
              <a:xfrm>
                <a:off x="3467769" y="2342092"/>
                <a:ext cx="289626" cy="271835"/>
              </a:xfrm>
              <a:custGeom>
                <a:avLst/>
                <a:gdLst>
                  <a:gd name="connsiteX0" fmla="*/ 171677 w 606580"/>
                  <a:gd name="connsiteY0" fmla="*/ 318744 h 569322"/>
                  <a:gd name="connsiteX1" fmla="*/ 228500 w 606580"/>
                  <a:gd name="connsiteY1" fmla="*/ 375386 h 569322"/>
                  <a:gd name="connsiteX2" fmla="*/ 227108 w 606580"/>
                  <a:gd name="connsiteY2" fmla="*/ 387623 h 569322"/>
                  <a:gd name="connsiteX3" fmla="*/ 356167 w 606580"/>
                  <a:gd name="connsiteY3" fmla="*/ 468739 h 569322"/>
                  <a:gd name="connsiteX4" fmla="*/ 391728 w 606580"/>
                  <a:gd name="connsiteY4" fmla="*/ 455945 h 569322"/>
                  <a:gd name="connsiteX5" fmla="*/ 419490 w 606580"/>
                  <a:gd name="connsiteY5" fmla="*/ 463454 h 569322"/>
                  <a:gd name="connsiteX6" fmla="*/ 497019 w 606580"/>
                  <a:gd name="connsiteY6" fmla="*/ 395874 h 569322"/>
                  <a:gd name="connsiteX7" fmla="*/ 493026 w 606580"/>
                  <a:gd name="connsiteY7" fmla="*/ 375386 h 569322"/>
                  <a:gd name="connsiteX8" fmla="*/ 549849 w 606580"/>
                  <a:gd name="connsiteY8" fmla="*/ 318744 h 569322"/>
                  <a:gd name="connsiteX9" fmla="*/ 606580 w 606580"/>
                  <a:gd name="connsiteY9" fmla="*/ 375386 h 569322"/>
                  <a:gd name="connsiteX10" fmla="*/ 549849 w 606580"/>
                  <a:gd name="connsiteY10" fmla="*/ 432121 h 569322"/>
                  <a:gd name="connsiteX11" fmla="*/ 521809 w 606580"/>
                  <a:gd name="connsiteY11" fmla="*/ 424519 h 569322"/>
                  <a:gd name="connsiteX12" fmla="*/ 444466 w 606580"/>
                  <a:gd name="connsiteY12" fmla="*/ 491915 h 569322"/>
                  <a:gd name="connsiteX13" fmla="*/ 448459 w 606580"/>
                  <a:gd name="connsiteY13" fmla="*/ 512587 h 569322"/>
                  <a:gd name="connsiteX14" fmla="*/ 391728 w 606580"/>
                  <a:gd name="connsiteY14" fmla="*/ 569322 h 569322"/>
                  <a:gd name="connsiteX15" fmla="*/ 334905 w 606580"/>
                  <a:gd name="connsiteY15" fmla="*/ 512587 h 569322"/>
                  <a:gd name="connsiteX16" fmla="*/ 336112 w 606580"/>
                  <a:gd name="connsiteY16" fmla="*/ 500907 h 569322"/>
                  <a:gd name="connsiteX17" fmla="*/ 206867 w 606580"/>
                  <a:gd name="connsiteY17" fmla="*/ 419606 h 569322"/>
                  <a:gd name="connsiteX18" fmla="*/ 171677 w 606580"/>
                  <a:gd name="connsiteY18" fmla="*/ 432121 h 569322"/>
                  <a:gd name="connsiteX19" fmla="*/ 152736 w 606580"/>
                  <a:gd name="connsiteY19" fmla="*/ 428598 h 569322"/>
                  <a:gd name="connsiteX20" fmla="*/ 105847 w 606580"/>
                  <a:gd name="connsiteY20" fmla="*/ 484498 h 569322"/>
                  <a:gd name="connsiteX21" fmla="*/ 113554 w 606580"/>
                  <a:gd name="connsiteY21" fmla="*/ 512587 h 569322"/>
                  <a:gd name="connsiteX22" fmla="*/ 56823 w 606580"/>
                  <a:gd name="connsiteY22" fmla="*/ 569322 h 569322"/>
                  <a:gd name="connsiteX23" fmla="*/ 0 w 606580"/>
                  <a:gd name="connsiteY23" fmla="*/ 512587 h 569322"/>
                  <a:gd name="connsiteX24" fmla="*/ 56823 w 606580"/>
                  <a:gd name="connsiteY24" fmla="*/ 455945 h 569322"/>
                  <a:gd name="connsiteX25" fmla="*/ 77157 w 606580"/>
                  <a:gd name="connsiteY25" fmla="*/ 459839 h 569322"/>
                  <a:gd name="connsiteX26" fmla="*/ 123303 w 606580"/>
                  <a:gd name="connsiteY26" fmla="*/ 404773 h 569322"/>
                  <a:gd name="connsiteX27" fmla="*/ 114854 w 606580"/>
                  <a:gd name="connsiteY27" fmla="*/ 375386 h 569322"/>
                  <a:gd name="connsiteX28" fmla="*/ 171677 w 606580"/>
                  <a:gd name="connsiteY28" fmla="*/ 318744 h 569322"/>
                  <a:gd name="connsiteX29" fmla="*/ 316484 w 606580"/>
                  <a:gd name="connsiteY29" fmla="*/ 174937 h 569322"/>
                  <a:gd name="connsiteX30" fmla="*/ 316577 w 606580"/>
                  <a:gd name="connsiteY30" fmla="*/ 174991 h 569322"/>
                  <a:gd name="connsiteX31" fmla="*/ 316577 w 606580"/>
                  <a:gd name="connsiteY31" fmla="*/ 243818 h 569322"/>
                  <a:gd name="connsiteX32" fmla="*/ 338115 w 606580"/>
                  <a:gd name="connsiteY32" fmla="*/ 231488 h 569322"/>
                  <a:gd name="connsiteX33" fmla="*/ 346378 w 606580"/>
                  <a:gd name="connsiteY33" fmla="*/ 208497 h 569322"/>
                  <a:gd name="connsiteX34" fmla="*/ 339415 w 606580"/>
                  <a:gd name="connsiteY34" fmla="*/ 188102 h 569322"/>
                  <a:gd name="connsiteX35" fmla="*/ 316577 w 606580"/>
                  <a:gd name="connsiteY35" fmla="*/ 174991 h 569322"/>
                  <a:gd name="connsiteX36" fmla="*/ 316577 w 606580"/>
                  <a:gd name="connsiteY36" fmla="*/ 174937 h 569322"/>
                  <a:gd name="connsiteX37" fmla="*/ 290954 w 606580"/>
                  <a:gd name="connsiteY37" fmla="*/ 55995 h 569322"/>
                  <a:gd name="connsiteX38" fmla="*/ 274243 w 606580"/>
                  <a:gd name="connsiteY38" fmla="*/ 67954 h 569322"/>
                  <a:gd name="connsiteX39" fmla="*/ 268116 w 606580"/>
                  <a:gd name="connsiteY39" fmla="*/ 86681 h 569322"/>
                  <a:gd name="connsiteX40" fmla="*/ 273779 w 606580"/>
                  <a:gd name="connsiteY40" fmla="*/ 104109 h 569322"/>
                  <a:gd name="connsiteX41" fmla="*/ 290954 w 606580"/>
                  <a:gd name="connsiteY41" fmla="*/ 117088 h 569322"/>
                  <a:gd name="connsiteX42" fmla="*/ 290861 w 606580"/>
                  <a:gd name="connsiteY42" fmla="*/ 0 h 569322"/>
                  <a:gd name="connsiteX43" fmla="*/ 316484 w 606580"/>
                  <a:gd name="connsiteY43" fmla="*/ 0 h 569322"/>
                  <a:gd name="connsiteX44" fmla="*/ 316484 w 606580"/>
                  <a:gd name="connsiteY44" fmla="*/ 17522 h 569322"/>
                  <a:gd name="connsiteX45" fmla="*/ 361232 w 606580"/>
                  <a:gd name="connsiteY45" fmla="*/ 36619 h 569322"/>
                  <a:gd name="connsiteX46" fmla="*/ 382492 w 606580"/>
                  <a:gd name="connsiteY46" fmla="*/ 78893 h 569322"/>
                  <a:gd name="connsiteX47" fmla="*/ 337744 w 606580"/>
                  <a:gd name="connsiteY47" fmla="*/ 84734 h 569322"/>
                  <a:gd name="connsiteX48" fmla="*/ 316484 w 606580"/>
                  <a:gd name="connsiteY48" fmla="*/ 56458 h 569322"/>
                  <a:gd name="connsiteX49" fmla="*/ 316484 w 606580"/>
                  <a:gd name="connsiteY49" fmla="*/ 125525 h 569322"/>
                  <a:gd name="connsiteX50" fmla="*/ 374322 w 606580"/>
                  <a:gd name="connsiteY50" fmla="*/ 155283 h 569322"/>
                  <a:gd name="connsiteX51" fmla="*/ 389733 w 606580"/>
                  <a:gd name="connsiteY51" fmla="*/ 202193 h 569322"/>
                  <a:gd name="connsiteX52" fmla="*/ 370330 w 606580"/>
                  <a:gd name="connsiteY52" fmla="*/ 255963 h 569322"/>
                  <a:gd name="connsiteX53" fmla="*/ 316484 w 606580"/>
                  <a:gd name="connsiteY53" fmla="*/ 282755 h 569322"/>
                  <a:gd name="connsiteX54" fmla="*/ 316484 w 606580"/>
                  <a:gd name="connsiteY54" fmla="*/ 315851 h 569322"/>
                  <a:gd name="connsiteX55" fmla="*/ 290861 w 606580"/>
                  <a:gd name="connsiteY55" fmla="*/ 315851 h 569322"/>
                  <a:gd name="connsiteX56" fmla="*/ 290861 w 606580"/>
                  <a:gd name="connsiteY56" fmla="*/ 283682 h 569322"/>
                  <a:gd name="connsiteX57" fmla="*/ 241193 w 606580"/>
                  <a:gd name="connsiteY57" fmla="*/ 260876 h 569322"/>
                  <a:gd name="connsiteX58" fmla="*/ 216777 w 606580"/>
                  <a:gd name="connsiteY58" fmla="*/ 207106 h 569322"/>
                  <a:gd name="connsiteX59" fmla="*/ 262917 w 606580"/>
                  <a:gd name="connsiteY59" fmla="*/ 202100 h 569322"/>
                  <a:gd name="connsiteX60" fmla="*/ 273593 w 606580"/>
                  <a:gd name="connsiteY60" fmla="*/ 226482 h 569322"/>
                  <a:gd name="connsiteX61" fmla="*/ 290861 w 606580"/>
                  <a:gd name="connsiteY61" fmla="*/ 241315 h 569322"/>
                  <a:gd name="connsiteX62" fmla="*/ 290861 w 606580"/>
                  <a:gd name="connsiteY62" fmla="*/ 167335 h 569322"/>
                  <a:gd name="connsiteX63" fmla="*/ 240079 w 606580"/>
                  <a:gd name="connsiteY63" fmla="*/ 137484 h 569322"/>
                  <a:gd name="connsiteX64" fmla="*/ 223833 w 606580"/>
                  <a:gd name="connsiteY64" fmla="*/ 88813 h 569322"/>
                  <a:gd name="connsiteX65" fmla="*/ 242214 w 606580"/>
                  <a:gd name="connsiteY65" fmla="*/ 40142 h 569322"/>
                  <a:gd name="connsiteX66" fmla="*/ 290861 w 606580"/>
                  <a:gd name="connsiteY66" fmla="*/ 17522 h 56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6580" h="569322">
                    <a:moveTo>
                      <a:pt x="171677" y="318744"/>
                    </a:moveTo>
                    <a:cubicBezTo>
                      <a:pt x="203060" y="318744"/>
                      <a:pt x="228500" y="344145"/>
                      <a:pt x="228500" y="375386"/>
                    </a:cubicBezTo>
                    <a:cubicBezTo>
                      <a:pt x="228500" y="379650"/>
                      <a:pt x="227943" y="383729"/>
                      <a:pt x="227108" y="387623"/>
                    </a:cubicBezTo>
                    <a:lnTo>
                      <a:pt x="356167" y="468739"/>
                    </a:lnTo>
                    <a:cubicBezTo>
                      <a:pt x="365916" y="460859"/>
                      <a:pt x="378172" y="455945"/>
                      <a:pt x="391728" y="455945"/>
                    </a:cubicBezTo>
                    <a:cubicBezTo>
                      <a:pt x="401849" y="455945"/>
                      <a:pt x="411227" y="458819"/>
                      <a:pt x="419490" y="463454"/>
                    </a:cubicBezTo>
                    <a:lnTo>
                      <a:pt x="497019" y="395874"/>
                    </a:lnTo>
                    <a:cubicBezTo>
                      <a:pt x="494512" y="389570"/>
                      <a:pt x="493026" y="382617"/>
                      <a:pt x="493026" y="375386"/>
                    </a:cubicBezTo>
                    <a:cubicBezTo>
                      <a:pt x="493026" y="344052"/>
                      <a:pt x="518467" y="318744"/>
                      <a:pt x="549849" y="318744"/>
                    </a:cubicBezTo>
                    <a:cubicBezTo>
                      <a:pt x="581232" y="318744"/>
                      <a:pt x="606580" y="344052"/>
                      <a:pt x="606580" y="375386"/>
                    </a:cubicBezTo>
                    <a:cubicBezTo>
                      <a:pt x="606580" y="406720"/>
                      <a:pt x="581232" y="432121"/>
                      <a:pt x="549849" y="432121"/>
                    </a:cubicBezTo>
                    <a:cubicBezTo>
                      <a:pt x="539636" y="432121"/>
                      <a:pt x="530166" y="429154"/>
                      <a:pt x="521809" y="424519"/>
                    </a:cubicBezTo>
                    <a:lnTo>
                      <a:pt x="444466" y="491915"/>
                    </a:lnTo>
                    <a:cubicBezTo>
                      <a:pt x="446973" y="498311"/>
                      <a:pt x="448459" y="505264"/>
                      <a:pt x="448459" y="512587"/>
                    </a:cubicBezTo>
                    <a:cubicBezTo>
                      <a:pt x="448459" y="543921"/>
                      <a:pt x="423111" y="569322"/>
                      <a:pt x="391728" y="569322"/>
                    </a:cubicBezTo>
                    <a:cubicBezTo>
                      <a:pt x="360345" y="569322"/>
                      <a:pt x="334905" y="543921"/>
                      <a:pt x="334905" y="512587"/>
                    </a:cubicBezTo>
                    <a:cubicBezTo>
                      <a:pt x="334905" y="508601"/>
                      <a:pt x="335369" y="504708"/>
                      <a:pt x="336112" y="500907"/>
                    </a:cubicBezTo>
                    <a:lnTo>
                      <a:pt x="206867" y="419606"/>
                    </a:lnTo>
                    <a:cubicBezTo>
                      <a:pt x="197118" y="427300"/>
                      <a:pt x="185047" y="432121"/>
                      <a:pt x="171677" y="432121"/>
                    </a:cubicBezTo>
                    <a:cubicBezTo>
                      <a:pt x="164992" y="432121"/>
                      <a:pt x="158678" y="430730"/>
                      <a:pt x="152736" y="428598"/>
                    </a:cubicBezTo>
                    <a:lnTo>
                      <a:pt x="105847" y="484498"/>
                    </a:lnTo>
                    <a:cubicBezTo>
                      <a:pt x="110676" y="492842"/>
                      <a:pt x="113554" y="502390"/>
                      <a:pt x="113554" y="512587"/>
                    </a:cubicBezTo>
                    <a:cubicBezTo>
                      <a:pt x="113554" y="543921"/>
                      <a:pt x="88206" y="569322"/>
                      <a:pt x="56823" y="569322"/>
                    </a:cubicBezTo>
                    <a:cubicBezTo>
                      <a:pt x="25441" y="569322"/>
                      <a:pt x="0" y="543921"/>
                      <a:pt x="0" y="512587"/>
                    </a:cubicBezTo>
                    <a:cubicBezTo>
                      <a:pt x="0" y="481346"/>
                      <a:pt x="25441" y="455945"/>
                      <a:pt x="56823" y="455945"/>
                    </a:cubicBezTo>
                    <a:cubicBezTo>
                      <a:pt x="63973" y="455945"/>
                      <a:pt x="70843" y="457429"/>
                      <a:pt x="77157" y="459839"/>
                    </a:cubicBezTo>
                    <a:lnTo>
                      <a:pt x="123303" y="404773"/>
                    </a:lnTo>
                    <a:cubicBezTo>
                      <a:pt x="118103" y="396152"/>
                      <a:pt x="114854" y="386232"/>
                      <a:pt x="114854" y="375386"/>
                    </a:cubicBezTo>
                    <a:cubicBezTo>
                      <a:pt x="114854" y="344145"/>
                      <a:pt x="140294" y="318744"/>
                      <a:pt x="171677" y="318744"/>
                    </a:cubicBezTo>
                    <a:close/>
                    <a:moveTo>
                      <a:pt x="316484" y="174937"/>
                    </a:moveTo>
                    <a:lnTo>
                      <a:pt x="316577" y="174991"/>
                    </a:lnTo>
                    <a:lnTo>
                      <a:pt x="316577" y="243818"/>
                    </a:lnTo>
                    <a:cubicBezTo>
                      <a:pt x="325397" y="242149"/>
                      <a:pt x="332545" y="238070"/>
                      <a:pt x="338115" y="231488"/>
                    </a:cubicBezTo>
                    <a:cubicBezTo>
                      <a:pt x="343593" y="224999"/>
                      <a:pt x="346378" y="217304"/>
                      <a:pt x="346378" y="208497"/>
                    </a:cubicBezTo>
                    <a:cubicBezTo>
                      <a:pt x="346378" y="200617"/>
                      <a:pt x="344057" y="193757"/>
                      <a:pt x="339415" y="188102"/>
                    </a:cubicBezTo>
                    <a:lnTo>
                      <a:pt x="316577" y="174991"/>
                    </a:lnTo>
                    <a:lnTo>
                      <a:pt x="316577" y="174937"/>
                    </a:lnTo>
                    <a:close/>
                    <a:moveTo>
                      <a:pt x="290954" y="55995"/>
                    </a:moveTo>
                    <a:cubicBezTo>
                      <a:pt x="283991" y="58312"/>
                      <a:pt x="278421" y="62299"/>
                      <a:pt x="274243" y="67954"/>
                    </a:cubicBezTo>
                    <a:cubicBezTo>
                      <a:pt x="270158" y="73609"/>
                      <a:pt x="268116" y="79913"/>
                      <a:pt x="268116" y="86681"/>
                    </a:cubicBezTo>
                    <a:cubicBezTo>
                      <a:pt x="268116" y="92892"/>
                      <a:pt x="269973" y="98732"/>
                      <a:pt x="273779" y="104109"/>
                    </a:cubicBezTo>
                    <a:cubicBezTo>
                      <a:pt x="277493" y="109394"/>
                      <a:pt x="283249" y="113751"/>
                      <a:pt x="290954" y="117088"/>
                    </a:cubicBezTo>
                    <a:close/>
                    <a:moveTo>
                      <a:pt x="290861" y="0"/>
                    </a:moveTo>
                    <a:lnTo>
                      <a:pt x="316484" y="0"/>
                    </a:lnTo>
                    <a:lnTo>
                      <a:pt x="316484" y="17522"/>
                    </a:lnTo>
                    <a:cubicBezTo>
                      <a:pt x="335237" y="19747"/>
                      <a:pt x="350184" y="26143"/>
                      <a:pt x="361232" y="36619"/>
                    </a:cubicBezTo>
                    <a:cubicBezTo>
                      <a:pt x="372280" y="47188"/>
                      <a:pt x="379428" y="61279"/>
                      <a:pt x="382492" y="78893"/>
                    </a:cubicBezTo>
                    <a:lnTo>
                      <a:pt x="337744" y="84734"/>
                    </a:lnTo>
                    <a:cubicBezTo>
                      <a:pt x="335052" y="70828"/>
                      <a:pt x="327903" y="61464"/>
                      <a:pt x="316484" y="56458"/>
                    </a:cubicBezTo>
                    <a:lnTo>
                      <a:pt x="316484" y="125525"/>
                    </a:lnTo>
                    <a:cubicBezTo>
                      <a:pt x="344800" y="133219"/>
                      <a:pt x="364110" y="143139"/>
                      <a:pt x="374322" y="155283"/>
                    </a:cubicBezTo>
                    <a:cubicBezTo>
                      <a:pt x="384534" y="167428"/>
                      <a:pt x="389733" y="183095"/>
                      <a:pt x="389733" y="202193"/>
                    </a:cubicBezTo>
                    <a:cubicBezTo>
                      <a:pt x="389733" y="223423"/>
                      <a:pt x="383234" y="241408"/>
                      <a:pt x="370330" y="255963"/>
                    </a:cubicBezTo>
                    <a:cubicBezTo>
                      <a:pt x="357426" y="270610"/>
                      <a:pt x="339508" y="279510"/>
                      <a:pt x="316484" y="282755"/>
                    </a:cubicBezTo>
                    <a:lnTo>
                      <a:pt x="316484" y="315851"/>
                    </a:lnTo>
                    <a:lnTo>
                      <a:pt x="290861" y="315851"/>
                    </a:lnTo>
                    <a:lnTo>
                      <a:pt x="290861" y="283682"/>
                    </a:lnTo>
                    <a:cubicBezTo>
                      <a:pt x="270530" y="281179"/>
                      <a:pt x="253912" y="273577"/>
                      <a:pt x="241193" y="260876"/>
                    </a:cubicBezTo>
                    <a:cubicBezTo>
                      <a:pt x="228475" y="248175"/>
                      <a:pt x="220398" y="230283"/>
                      <a:pt x="216777" y="207106"/>
                    </a:cubicBezTo>
                    <a:lnTo>
                      <a:pt x="262917" y="202100"/>
                    </a:lnTo>
                    <a:cubicBezTo>
                      <a:pt x="264867" y="211556"/>
                      <a:pt x="268395" y="219714"/>
                      <a:pt x="273593" y="226482"/>
                    </a:cubicBezTo>
                    <a:cubicBezTo>
                      <a:pt x="278792" y="233342"/>
                      <a:pt x="284548" y="238256"/>
                      <a:pt x="290861" y="241315"/>
                    </a:cubicBezTo>
                    <a:lnTo>
                      <a:pt x="290861" y="167335"/>
                    </a:lnTo>
                    <a:cubicBezTo>
                      <a:pt x="267745" y="160753"/>
                      <a:pt x="250848" y="150834"/>
                      <a:pt x="240079" y="137484"/>
                    </a:cubicBezTo>
                    <a:cubicBezTo>
                      <a:pt x="229310" y="124041"/>
                      <a:pt x="223833" y="107910"/>
                      <a:pt x="223833" y="88813"/>
                    </a:cubicBezTo>
                    <a:cubicBezTo>
                      <a:pt x="223833" y="69530"/>
                      <a:pt x="229960" y="53306"/>
                      <a:pt x="242214" y="40142"/>
                    </a:cubicBezTo>
                    <a:cubicBezTo>
                      <a:pt x="254376" y="27070"/>
                      <a:pt x="270623" y="19468"/>
                      <a:pt x="290861" y="17522"/>
                    </a:cubicBezTo>
                    <a:close/>
                  </a:path>
                </a:pathLst>
              </a:custGeom>
              <a:solidFill>
                <a:schemeClr val="bg1"/>
              </a:solidFill>
              <a:ln w="9525">
                <a:noFill/>
                <a:round/>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solidFill>
                    <a:schemeClr val="tx1">
                      <a:lumMod val="75000"/>
                      <a:lumOff val="25000"/>
                    </a:schemeClr>
                  </a:solidFill>
                </a:endParaRPr>
              </a:p>
            </p:txBody>
          </p:sp>
        </p:grpSp>
        <p:grpSp>
          <p:nvGrpSpPr>
            <p:cNvPr id="13" name="í$ľîḋè"/>
            <p:cNvGrpSpPr/>
            <p:nvPr/>
          </p:nvGrpSpPr>
          <p:grpSpPr>
            <a:xfrm rot="5400000">
              <a:off x="4154102" y="2725919"/>
              <a:ext cx="232670" cy="232722"/>
              <a:chOff x="4022045" y="3355851"/>
              <a:chExt cx="311828" cy="311898"/>
            </a:xfrm>
          </p:grpSpPr>
          <p:sp>
            <p:nvSpPr>
              <p:cNvPr id="41" name="iṣḷîḓè"/>
              <p:cNvSpPr/>
              <p:nvPr/>
            </p:nvSpPr>
            <p:spPr>
              <a:xfrm>
                <a:off x="4022045" y="3355851"/>
                <a:ext cx="311828" cy="311898"/>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lang="zh-CN" altLang="en-US" sz="1100" b="1" dirty="0">
                  <a:solidFill>
                    <a:schemeClr val="tx1">
                      <a:lumMod val="75000"/>
                      <a:lumOff val="25000"/>
                    </a:schemeClr>
                  </a:solidFill>
                </a:endParaRPr>
              </a:p>
            </p:txBody>
          </p:sp>
          <p:sp>
            <p:nvSpPr>
              <p:cNvPr id="42" name="íṣľiḓè"/>
              <p:cNvSpPr/>
              <p:nvPr/>
            </p:nvSpPr>
            <p:spPr>
              <a:xfrm rot="14465213">
                <a:off x="4087880" y="3453532"/>
                <a:ext cx="136730" cy="136732"/>
              </a:xfrm>
              <a:prstGeom prst="flowChartExtra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solidFill>
                    <a:schemeClr val="tx1">
                      <a:lumMod val="75000"/>
                      <a:lumOff val="25000"/>
                    </a:schemeClr>
                  </a:solidFill>
                </a:endParaRPr>
              </a:p>
            </p:txBody>
          </p:sp>
        </p:grpSp>
        <p:grpSp>
          <p:nvGrpSpPr>
            <p:cNvPr id="14" name="íSliďe"/>
            <p:cNvGrpSpPr/>
            <p:nvPr/>
          </p:nvGrpSpPr>
          <p:grpSpPr>
            <a:xfrm rot="5400000">
              <a:off x="7577794" y="2725919"/>
              <a:ext cx="232670" cy="232722"/>
              <a:chOff x="4022045" y="3355851"/>
              <a:chExt cx="311828" cy="311898"/>
            </a:xfrm>
          </p:grpSpPr>
          <p:sp>
            <p:nvSpPr>
              <p:cNvPr id="39" name="iśḷïďe"/>
              <p:cNvSpPr/>
              <p:nvPr/>
            </p:nvSpPr>
            <p:spPr>
              <a:xfrm>
                <a:off x="4022045" y="3355851"/>
                <a:ext cx="311828" cy="311898"/>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lang="zh-CN" altLang="en-US" sz="1100" b="1" dirty="0">
                  <a:solidFill>
                    <a:schemeClr val="tx1">
                      <a:lumMod val="75000"/>
                      <a:lumOff val="25000"/>
                    </a:schemeClr>
                  </a:solidFill>
                </a:endParaRPr>
              </a:p>
            </p:txBody>
          </p:sp>
          <p:sp>
            <p:nvSpPr>
              <p:cNvPr id="40" name="ïśļidé"/>
              <p:cNvSpPr/>
              <p:nvPr/>
            </p:nvSpPr>
            <p:spPr>
              <a:xfrm rot="14465213">
                <a:off x="4087880" y="3453532"/>
                <a:ext cx="136730" cy="136732"/>
              </a:xfrm>
              <a:prstGeom prst="flowChartExtra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solidFill>
                    <a:schemeClr val="tx1">
                      <a:lumMod val="75000"/>
                      <a:lumOff val="25000"/>
                    </a:schemeClr>
                  </a:solidFill>
                </a:endParaRPr>
              </a:p>
            </p:txBody>
          </p:sp>
        </p:grpSp>
        <p:grpSp>
          <p:nvGrpSpPr>
            <p:cNvPr id="15" name="iṡ1îḍê"/>
            <p:cNvGrpSpPr/>
            <p:nvPr/>
          </p:nvGrpSpPr>
          <p:grpSpPr>
            <a:xfrm rot="16200000" flipH="1">
              <a:off x="7567696" y="4299093"/>
              <a:ext cx="232670" cy="232722"/>
              <a:chOff x="4022045" y="3355851"/>
              <a:chExt cx="311828" cy="311898"/>
            </a:xfrm>
          </p:grpSpPr>
          <p:sp>
            <p:nvSpPr>
              <p:cNvPr id="37" name="iṧḻíde"/>
              <p:cNvSpPr/>
              <p:nvPr/>
            </p:nvSpPr>
            <p:spPr>
              <a:xfrm>
                <a:off x="4022045" y="3355851"/>
                <a:ext cx="311828" cy="311898"/>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lang="zh-CN" altLang="en-US" sz="1100" b="1" dirty="0">
                  <a:solidFill>
                    <a:schemeClr val="tx1">
                      <a:lumMod val="75000"/>
                      <a:lumOff val="25000"/>
                    </a:schemeClr>
                  </a:solidFill>
                </a:endParaRPr>
              </a:p>
            </p:txBody>
          </p:sp>
          <p:sp>
            <p:nvSpPr>
              <p:cNvPr id="38" name="ïṧḻiḑé"/>
              <p:cNvSpPr/>
              <p:nvPr/>
            </p:nvSpPr>
            <p:spPr>
              <a:xfrm rot="14465213">
                <a:off x="4087880" y="3453532"/>
                <a:ext cx="136730" cy="136732"/>
              </a:xfrm>
              <a:prstGeom prst="flowChartExtra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solidFill>
                    <a:schemeClr val="tx1">
                      <a:lumMod val="75000"/>
                      <a:lumOff val="25000"/>
                    </a:schemeClr>
                  </a:solidFill>
                </a:endParaRPr>
              </a:p>
            </p:txBody>
          </p:sp>
        </p:grpSp>
        <p:grpSp>
          <p:nvGrpSpPr>
            <p:cNvPr id="16" name="ïsliďe"/>
            <p:cNvGrpSpPr/>
            <p:nvPr/>
          </p:nvGrpSpPr>
          <p:grpSpPr>
            <a:xfrm rot="16200000" flipH="1">
              <a:off x="4154102" y="4299093"/>
              <a:ext cx="232670" cy="232722"/>
              <a:chOff x="4022045" y="3355851"/>
              <a:chExt cx="311828" cy="311898"/>
            </a:xfrm>
          </p:grpSpPr>
          <p:sp>
            <p:nvSpPr>
              <p:cNvPr id="35" name="iṣ1îḓé"/>
              <p:cNvSpPr/>
              <p:nvPr/>
            </p:nvSpPr>
            <p:spPr>
              <a:xfrm>
                <a:off x="4022045" y="3355851"/>
                <a:ext cx="311828" cy="311898"/>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endParaRPr lang="zh-CN" altLang="en-US" sz="1100" b="1" dirty="0">
                  <a:solidFill>
                    <a:schemeClr val="tx1">
                      <a:lumMod val="75000"/>
                      <a:lumOff val="25000"/>
                    </a:schemeClr>
                  </a:solidFill>
                </a:endParaRPr>
              </a:p>
            </p:txBody>
          </p:sp>
          <p:sp>
            <p:nvSpPr>
              <p:cNvPr id="36" name="îṥliďê"/>
              <p:cNvSpPr/>
              <p:nvPr/>
            </p:nvSpPr>
            <p:spPr>
              <a:xfrm rot="14465213">
                <a:off x="4087880" y="3453532"/>
                <a:ext cx="136730" cy="136732"/>
              </a:xfrm>
              <a:prstGeom prst="flowChartExtra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25000" lnSpcReduction="20000"/>
              </a:bodyPr>
              <a:lstStyle/>
              <a:p>
                <a:pPr algn="ctr"/>
                <a:endParaRPr lang="zh-CN" altLang="en-US">
                  <a:solidFill>
                    <a:schemeClr val="tx1">
                      <a:lumMod val="75000"/>
                      <a:lumOff val="25000"/>
                    </a:schemeClr>
                  </a:solidFill>
                </a:endParaRPr>
              </a:p>
            </p:txBody>
          </p:sp>
        </p:grpSp>
        <p:grpSp>
          <p:nvGrpSpPr>
            <p:cNvPr id="17" name="îṥḻïḍé"/>
            <p:cNvGrpSpPr/>
            <p:nvPr/>
          </p:nvGrpSpPr>
          <p:grpSpPr>
            <a:xfrm>
              <a:off x="1883336" y="1193014"/>
              <a:ext cx="2032570" cy="1095987"/>
              <a:chOff x="1172847" y="1872239"/>
              <a:chExt cx="2032570" cy="1095987"/>
            </a:xfrm>
          </p:grpSpPr>
          <p:sp>
            <p:nvSpPr>
              <p:cNvPr id="33" name="îşḷidê"/>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34" name="ïşļiḍê"/>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nvGrpSpPr>
            <p:cNvPr id="18" name="ïṡļîḍè"/>
            <p:cNvGrpSpPr/>
            <p:nvPr/>
          </p:nvGrpSpPr>
          <p:grpSpPr>
            <a:xfrm>
              <a:off x="5079594" y="1193014"/>
              <a:ext cx="2032570" cy="1095987"/>
              <a:chOff x="1172847" y="1872239"/>
              <a:chExt cx="2032570" cy="1095987"/>
            </a:xfrm>
          </p:grpSpPr>
          <p:sp>
            <p:nvSpPr>
              <p:cNvPr id="31" name="îṧľíḋê"/>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32" name="îSḷiḑè"/>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nvGrpSpPr>
            <p:cNvPr id="19" name="ïśḷiḍè"/>
            <p:cNvGrpSpPr/>
            <p:nvPr/>
          </p:nvGrpSpPr>
          <p:grpSpPr>
            <a:xfrm>
              <a:off x="8275852" y="1193014"/>
              <a:ext cx="2032570" cy="1095987"/>
              <a:chOff x="1172847" y="1872239"/>
              <a:chExt cx="2032570" cy="1095987"/>
            </a:xfrm>
          </p:grpSpPr>
          <p:sp>
            <p:nvSpPr>
              <p:cNvPr id="29" name="iśľïḑé"/>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30" name="íşḷïḓe"/>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nvGrpSpPr>
            <p:cNvPr id="20" name="í$1iḑé"/>
            <p:cNvGrpSpPr/>
            <p:nvPr/>
          </p:nvGrpSpPr>
          <p:grpSpPr>
            <a:xfrm>
              <a:off x="1883336" y="4952137"/>
              <a:ext cx="2032570" cy="1095987"/>
              <a:chOff x="1172847" y="1872239"/>
              <a:chExt cx="2032570" cy="1095987"/>
            </a:xfrm>
          </p:grpSpPr>
          <p:sp>
            <p:nvSpPr>
              <p:cNvPr id="27" name="íŝḷïḍé"/>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28" name="ïS1idê"/>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nvGrpSpPr>
            <p:cNvPr id="21" name="iṡļîḓe"/>
            <p:cNvGrpSpPr/>
            <p:nvPr/>
          </p:nvGrpSpPr>
          <p:grpSpPr>
            <a:xfrm>
              <a:off x="5079594" y="4952137"/>
              <a:ext cx="2032570" cy="1095987"/>
              <a:chOff x="1172847" y="1872239"/>
              <a:chExt cx="2032570" cy="1095987"/>
            </a:xfrm>
          </p:grpSpPr>
          <p:sp>
            <p:nvSpPr>
              <p:cNvPr id="25" name="íślíḑê"/>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26" name="íṥlíḋê"/>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nvGrpSpPr>
            <p:cNvPr id="22" name="îślidé"/>
            <p:cNvGrpSpPr/>
            <p:nvPr/>
          </p:nvGrpSpPr>
          <p:grpSpPr>
            <a:xfrm>
              <a:off x="8275852" y="4952137"/>
              <a:ext cx="2032570" cy="1095987"/>
              <a:chOff x="1172847" y="1872239"/>
              <a:chExt cx="2032570" cy="1095987"/>
            </a:xfrm>
          </p:grpSpPr>
          <p:sp>
            <p:nvSpPr>
              <p:cNvPr id="23" name="îšľiďé"/>
              <p:cNvSpPr/>
              <p:nvPr/>
            </p:nvSpPr>
            <p:spPr bwMode="auto">
              <a:xfrm>
                <a:off x="1172847" y="1872239"/>
                <a:ext cx="2032570" cy="417143"/>
              </a:xfrm>
              <a:prstGeom prst="rect">
                <a:avLst/>
              </a:prstGeom>
              <a:noFill/>
              <a:ln w="28575" algn="ctr">
                <a:noFill/>
                <a:round/>
              </a:ln>
            </p:spPr>
            <p:txBody>
              <a:bodyPr wrap="square" lIns="91440" tIns="45720" rIns="91440" bIns="45720" anchor="ctr">
                <a:norm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defTabSz="914400"/>
                <a:r>
                  <a:rPr lang="zh-CN" altLang="en-US" sz="1600" b="1" kern="0" dirty="0">
                    <a:solidFill>
                      <a:schemeClr val="tx1">
                        <a:lumMod val="75000"/>
                        <a:lumOff val="25000"/>
                      </a:schemeClr>
                    </a:solidFill>
                  </a:rPr>
                  <a:t>输入文本</a:t>
                </a:r>
              </a:p>
            </p:txBody>
          </p:sp>
          <p:sp>
            <p:nvSpPr>
              <p:cNvPr id="24" name="iŝḻiďè"/>
              <p:cNvSpPr/>
              <p:nvPr/>
            </p:nvSpPr>
            <p:spPr>
              <a:xfrm>
                <a:off x="1172847" y="2289382"/>
                <a:ext cx="2032570" cy="6788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normAutofit fontScale="92500"/>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lnSpc>
                    <a:spcPct val="150000"/>
                  </a:lnSpc>
                  <a:spcBef>
                    <a:spcPct val="0"/>
                  </a:spcBef>
                </a:pPr>
                <a:r>
                  <a:rPr lang="zh-CN" altLang="en-US" sz="1100" dirty="0">
                    <a:solidFill>
                      <a:schemeClr val="tx1">
                        <a:lumMod val="50000"/>
                        <a:lumOff val="50000"/>
                      </a:schemeClr>
                    </a:solidFill>
                    <a:cs typeface="+mn-ea"/>
                    <a:sym typeface="+mn-lt"/>
                  </a:rPr>
                  <a:t>请替换文字内容，修改文字内容请替换文字内容，修改文字内容</a:t>
                </a:r>
                <a:endParaRPr lang="en-US" altLang="zh-CN" sz="1100" dirty="0">
                  <a:solidFill>
                    <a:schemeClr val="tx1">
                      <a:lumMod val="50000"/>
                      <a:lumOff val="50000"/>
                    </a:schemeClr>
                  </a:solidFill>
                  <a:cs typeface="+mn-ea"/>
                  <a:sym typeface="+mn-lt"/>
                </a:endParaRPr>
              </a:p>
            </p:txBody>
          </p:sp>
        </p:grpSp>
      </p:grpSp>
      <p:grpSp>
        <p:nvGrpSpPr>
          <p:cNvPr id="55" name="组合 54"/>
          <p:cNvGrpSpPr/>
          <p:nvPr/>
        </p:nvGrpSpPr>
        <p:grpSpPr>
          <a:xfrm>
            <a:off x="199289" y="258436"/>
            <a:ext cx="4355770" cy="655320"/>
            <a:chOff x="363500" y="173190"/>
            <a:chExt cx="4355770" cy="655320"/>
          </a:xfrm>
        </p:grpSpPr>
        <p:sp>
          <p:nvSpPr>
            <p:cNvPr id="56"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研究背景及意义</a:t>
              </a:r>
            </a:p>
          </p:txBody>
        </p:sp>
        <p:sp>
          <p:nvSpPr>
            <p:cNvPr id="57"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8" name="椭圆 57"/>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01</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0644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3" y="1130300"/>
            <a:ext cx="10850565" cy="5110163"/>
            <a:chOff x="669923" y="1130300"/>
            <a:chExt cx="10850565" cy="5110163"/>
          </a:xfrm>
        </p:grpSpPr>
        <p:grpSp>
          <p:nvGrpSpPr>
            <p:cNvPr id="6" name="iṡḷïḋê"/>
            <p:cNvGrpSpPr/>
            <p:nvPr/>
          </p:nvGrpSpPr>
          <p:grpSpPr>
            <a:xfrm>
              <a:off x="669923" y="1130300"/>
              <a:ext cx="7042505" cy="1400525"/>
              <a:chOff x="669923" y="1130300"/>
              <a:chExt cx="7042505" cy="1400525"/>
            </a:xfrm>
          </p:grpSpPr>
          <p:sp>
            <p:nvSpPr>
              <p:cNvPr id="19" name="íşḻidè"/>
              <p:cNvSpPr/>
              <p:nvPr/>
            </p:nvSpPr>
            <p:spPr>
              <a:xfrm>
                <a:off x="2373190" y="1414425"/>
                <a:ext cx="5339238" cy="8322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lnSpc>
                    <a:spcPct val="150000"/>
                  </a:lnSpc>
                </a:pPr>
                <a:r>
                  <a:rPr lang="zh-CN" altLang="en-US" sz="1200" dirty="0">
                    <a:solidFill>
                      <a:schemeClr val="tx1">
                        <a:lumMod val="50000"/>
                        <a:lumOff val="50000"/>
                      </a:schemeClr>
                    </a:solidFill>
                    <a:cs typeface="+mn-ea"/>
                    <a:sym typeface="+mn-lt"/>
                  </a:rPr>
                  <a:t>请输入您的文本内容，或者复制粘贴文字内容到此处。</a:t>
                </a:r>
                <a:endParaRPr lang="en-US" altLang="zh-CN" sz="1200" dirty="0">
                  <a:solidFill>
                    <a:schemeClr val="tx1">
                      <a:lumMod val="50000"/>
                      <a:lumOff val="50000"/>
                    </a:schemeClr>
                  </a:solidFill>
                  <a:cs typeface="+mn-ea"/>
                  <a:sym typeface="+mn-lt"/>
                </a:endParaRPr>
              </a:p>
            </p:txBody>
          </p:sp>
          <p:sp>
            <p:nvSpPr>
              <p:cNvPr id="20" name="íSlíḋé"/>
              <p:cNvSpPr/>
              <p:nvPr/>
            </p:nvSpPr>
            <p:spPr>
              <a:xfrm>
                <a:off x="669923" y="1130300"/>
                <a:ext cx="2412641" cy="1400525"/>
              </a:xfrm>
              <a:prstGeom prst="rightArrow">
                <a:avLst/>
              </a:prstGeom>
              <a:solidFill>
                <a:schemeClr val="accent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r>
                  <a:rPr lang="en-US" altLang="zh-CN" sz="1600" b="1" dirty="0"/>
                  <a:t>01.</a:t>
                </a:r>
                <a:r>
                  <a:rPr lang="zh-CN" altLang="en-US" sz="1600" b="1" dirty="0"/>
                  <a:t>输入文本</a:t>
                </a:r>
              </a:p>
            </p:txBody>
          </p:sp>
          <p:sp>
            <p:nvSpPr>
              <p:cNvPr id="21" name="iṧḷíḍé"/>
              <p:cNvSpPr/>
              <p:nvPr/>
            </p:nvSpPr>
            <p:spPr bwMode="auto">
              <a:xfrm>
                <a:off x="2361312" y="1638938"/>
                <a:ext cx="398377" cy="383248"/>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p>
                <a:endParaRPr lang="zh-CN" altLang="en-US"/>
              </a:p>
            </p:txBody>
          </p:sp>
        </p:grpSp>
        <p:grpSp>
          <p:nvGrpSpPr>
            <p:cNvPr id="7" name="iṩ1ïďe"/>
            <p:cNvGrpSpPr/>
            <p:nvPr/>
          </p:nvGrpSpPr>
          <p:grpSpPr>
            <a:xfrm>
              <a:off x="4572000" y="2246699"/>
              <a:ext cx="6948487" cy="1400525"/>
              <a:chOff x="4572000" y="2375358"/>
              <a:chExt cx="6948487" cy="1400525"/>
            </a:xfrm>
          </p:grpSpPr>
          <p:sp>
            <p:nvSpPr>
              <p:cNvPr id="16" name="îšľiḓé"/>
              <p:cNvSpPr/>
              <p:nvPr/>
            </p:nvSpPr>
            <p:spPr>
              <a:xfrm flipH="1">
                <a:off x="4572000" y="2659483"/>
                <a:ext cx="5084332" cy="8322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just">
                  <a:lnSpc>
                    <a:spcPct val="150000"/>
                  </a:lnSpc>
                </a:pPr>
                <a:r>
                  <a:rPr lang="zh-CN" altLang="en-US" sz="1200" dirty="0">
                    <a:solidFill>
                      <a:schemeClr val="tx1">
                        <a:lumMod val="50000"/>
                        <a:lumOff val="50000"/>
                      </a:schemeClr>
                    </a:solidFill>
                    <a:cs typeface="+mn-ea"/>
                    <a:sym typeface="+mn-lt"/>
                  </a:rPr>
                  <a:t>请输入您的文本内容，或者复制粘贴文字内容到此处。</a:t>
                </a:r>
                <a:endParaRPr lang="en-US" altLang="zh-CN" sz="1200" dirty="0">
                  <a:solidFill>
                    <a:schemeClr val="tx1">
                      <a:lumMod val="50000"/>
                      <a:lumOff val="50000"/>
                    </a:schemeClr>
                  </a:solidFill>
                  <a:cs typeface="+mn-ea"/>
                  <a:sym typeface="+mn-lt"/>
                </a:endParaRPr>
              </a:p>
            </p:txBody>
          </p:sp>
          <p:sp>
            <p:nvSpPr>
              <p:cNvPr id="17" name="íṡḷiḓê"/>
              <p:cNvSpPr/>
              <p:nvPr/>
            </p:nvSpPr>
            <p:spPr>
              <a:xfrm flipH="1">
                <a:off x="8964890" y="2375358"/>
                <a:ext cx="2555597" cy="1400525"/>
              </a:xfrm>
              <a:prstGeom prst="rightArrow">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r"/>
                <a:r>
                  <a:rPr lang="en-US" altLang="zh-CN" sz="1600" b="1" dirty="0"/>
                  <a:t>02.</a:t>
                </a:r>
                <a:r>
                  <a:rPr lang="zh-CN" altLang="en-US" sz="1600" b="1" dirty="0"/>
                  <a:t>输入文本</a:t>
                </a:r>
              </a:p>
            </p:txBody>
          </p:sp>
          <p:sp>
            <p:nvSpPr>
              <p:cNvPr id="18" name="işliďé"/>
              <p:cNvSpPr/>
              <p:nvPr/>
            </p:nvSpPr>
            <p:spPr bwMode="auto">
              <a:xfrm>
                <a:off x="9257955" y="2876804"/>
                <a:ext cx="398377" cy="397631"/>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a:bodyPr>
              <a:lstStyle/>
              <a:p>
                <a:endParaRPr lang="zh-CN" altLang="en-US"/>
              </a:p>
            </p:txBody>
          </p:sp>
        </p:grpSp>
        <p:grpSp>
          <p:nvGrpSpPr>
            <p:cNvPr id="8" name="íṣļîḍé"/>
            <p:cNvGrpSpPr/>
            <p:nvPr/>
          </p:nvGrpSpPr>
          <p:grpSpPr>
            <a:xfrm>
              <a:off x="669923" y="3429000"/>
              <a:ext cx="8134712" cy="1400525"/>
              <a:chOff x="669923" y="1130300"/>
              <a:chExt cx="8134712" cy="1400525"/>
            </a:xfrm>
          </p:grpSpPr>
          <p:sp>
            <p:nvSpPr>
              <p:cNvPr id="13" name="íṧļídè"/>
              <p:cNvSpPr/>
              <p:nvPr/>
            </p:nvSpPr>
            <p:spPr>
              <a:xfrm>
                <a:off x="2373189" y="1414425"/>
                <a:ext cx="6431446" cy="8322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50000"/>
                  </a:lnSpc>
                </a:pPr>
                <a:r>
                  <a:rPr lang="zh-CN" altLang="en-US" sz="1200" dirty="0">
                    <a:solidFill>
                      <a:schemeClr val="tx1">
                        <a:lumMod val="50000"/>
                        <a:lumOff val="50000"/>
                      </a:schemeClr>
                    </a:solidFill>
                    <a:cs typeface="+mn-ea"/>
                    <a:sym typeface="+mn-lt"/>
                  </a:rPr>
                  <a:t>请输入您的文本内容，或者复制粘贴文字内容到此处。</a:t>
                </a:r>
                <a:endParaRPr lang="en-US" altLang="zh-CN" sz="1200" dirty="0">
                  <a:solidFill>
                    <a:schemeClr val="tx1">
                      <a:lumMod val="50000"/>
                      <a:lumOff val="50000"/>
                    </a:schemeClr>
                  </a:solidFill>
                  <a:cs typeface="+mn-ea"/>
                  <a:sym typeface="+mn-lt"/>
                </a:endParaRPr>
              </a:p>
            </p:txBody>
          </p:sp>
          <p:sp>
            <p:nvSpPr>
              <p:cNvPr id="14" name="ïṧļïḋê"/>
              <p:cNvSpPr/>
              <p:nvPr/>
            </p:nvSpPr>
            <p:spPr>
              <a:xfrm>
                <a:off x="669923" y="1130300"/>
                <a:ext cx="2412641" cy="1400525"/>
              </a:xfrm>
              <a:prstGeom prst="rightArrow">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en-US" altLang="zh-CN" sz="1600" b="1" dirty="0"/>
                  <a:t>03.</a:t>
                </a:r>
                <a:r>
                  <a:rPr lang="zh-CN" altLang="en-US" sz="1600" b="1" dirty="0"/>
                  <a:t>输入文本</a:t>
                </a:r>
              </a:p>
            </p:txBody>
          </p:sp>
          <p:sp>
            <p:nvSpPr>
              <p:cNvPr id="15" name="iŝļîḍé"/>
              <p:cNvSpPr/>
              <p:nvPr/>
            </p:nvSpPr>
            <p:spPr bwMode="auto">
              <a:xfrm>
                <a:off x="2368112" y="1631373"/>
                <a:ext cx="384776" cy="398377"/>
              </a:xfrm>
              <a:custGeom>
                <a:avLst/>
                <a:gdLst>
                  <a:gd name="connsiteX0" fmla="*/ 459289 w 585107"/>
                  <a:gd name="connsiteY0" fmla="*/ 416179 h 605788"/>
                  <a:gd name="connsiteX1" fmla="*/ 459289 w 585107"/>
                  <a:gd name="connsiteY1" fmla="*/ 511030 h 605788"/>
                  <a:gd name="connsiteX2" fmla="*/ 554270 w 585107"/>
                  <a:gd name="connsiteY2" fmla="*/ 511030 h 605788"/>
                  <a:gd name="connsiteX3" fmla="*/ 459289 w 585107"/>
                  <a:gd name="connsiteY3" fmla="*/ 605788 h 605788"/>
                  <a:gd name="connsiteX4" fmla="*/ 364308 w 585107"/>
                  <a:gd name="connsiteY4" fmla="*/ 511030 h 605788"/>
                  <a:gd name="connsiteX5" fmla="*/ 459289 w 585107"/>
                  <a:gd name="connsiteY5" fmla="*/ 416179 h 605788"/>
                  <a:gd name="connsiteX6" fmla="*/ 490126 w 585107"/>
                  <a:gd name="connsiteY6" fmla="*/ 385412 h 605788"/>
                  <a:gd name="connsiteX7" fmla="*/ 585107 w 585107"/>
                  <a:gd name="connsiteY7" fmla="*/ 480252 h 605788"/>
                  <a:gd name="connsiteX8" fmla="*/ 490126 w 585107"/>
                  <a:gd name="connsiteY8" fmla="*/ 480252 h 605788"/>
                  <a:gd name="connsiteX9" fmla="*/ 151337 w 585107"/>
                  <a:gd name="connsiteY9" fmla="*/ 315411 h 605788"/>
                  <a:gd name="connsiteX10" fmla="*/ 188565 w 585107"/>
                  <a:gd name="connsiteY10" fmla="*/ 433251 h 605788"/>
                  <a:gd name="connsiteX11" fmla="*/ 195621 w 585107"/>
                  <a:gd name="connsiteY11" fmla="*/ 455410 h 605788"/>
                  <a:gd name="connsiteX12" fmla="*/ 195714 w 585107"/>
                  <a:gd name="connsiteY12" fmla="*/ 455132 h 605788"/>
                  <a:gd name="connsiteX13" fmla="*/ 201841 w 585107"/>
                  <a:gd name="connsiteY13" fmla="*/ 473953 h 605788"/>
                  <a:gd name="connsiteX14" fmla="*/ 221523 w 585107"/>
                  <a:gd name="connsiteY14" fmla="*/ 418138 h 605788"/>
                  <a:gd name="connsiteX15" fmla="*/ 234521 w 585107"/>
                  <a:gd name="connsiteY15" fmla="*/ 351570 h 605788"/>
                  <a:gd name="connsiteX16" fmla="*/ 247518 w 585107"/>
                  <a:gd name="connsiteY16" fmla="*/ 418138 h 605788"/>
                  <a:gd name="connsiteX17" fmla="*/ 267200 w 585107"/>
                  <a:gd name="connsiteY17" fmla="*/ 473953 h 605788"/>
                  <a:gd name="connsiteX18" fmla="*/ 273235 w 585107"/>
                  <a:gd name="connsiteY18" fmla="*/ 455132 h 605788"/>
                  <a:gd name="connsiteX19" fmla="*/ 273327 w 585107"/>
                  <a:gd name="connsiteY19" fmla="*/ 455410 h 605788"/>
                  <a:gd name="connsiteX20" fmla="*/ 280383 w 585107"/>
                  <a:gd name="connsiteY20" fmla="*/ 433251 h 605788"/>
                  <a:gd name="connsiteX21" fmla="*/ 317705 w 585107"/>
                  <a:gd name="connsiteY21" fmla="*/ 315411 h 605788"/>
                  <a:gd name="connsiteX22" fmla="*/ 424377 w 585107"/>
                  <a:gd name="connsiteY22" fmla="*/ 363993 h 605788"/>
                  <a:gd name="connsiteX23" fmla="*/ 453714 w 585107"/>
                  <a:gd name="connsiteY23" fmla="*/ 383185 h 605788"/>
                  <a:gd name="connsiteX24" fmla="*/ 331630 w 585107"/>
                  <a:gd name="connsiteY24" fmla="*/ 511131 h 605788"/>
                  <a:gd name="connsiteX25" fmla="*/ 336365 w 585107"/>
                  <a:gd name="connsiteY25" fmla="*/ 545528 h 605788"/>
                  <a:gd name="connsiteX26" fmla="*/ 234521 w 585107"/>
                  <a:gd name="connsiteY26" fmla="*/ 555263 h 605788"/>
                  <a:gd name="connsiteX27" fmla="*/ 5486 w 585107"/>
                  <a:gd name="connsiteY27" fmla="*/ 499634 h 605788"/>
                  <a:gd name="connsiteX28" fmla="*/ 380 w 585107"/>
                  <a:gd name="connsiteY28" fmla="*/ 450774 h 605788"/>
                  <a:gd name="connsiteX29" fmla="*/ 44572 w 585107"/>
                  <a:gd name="connsiteY29" fmla="*/ 363993 h 605788"/>
                  <a:gd name="connsiteX30" fmla="*/ 151337 w 585107"/>
                  <a:gd name="connsiteY30" fmla="*/ 315411 h 605788"/>
                  <a:gd name="connsiteX31" fmla="*/ 227063 w 585107"/>
                  <a:gd name="connsiteY31" fmla="*/ 445 h 605788"/>
                  <a:gd name="connsiteX32" fmla="*/ 286856 w 585107"/>
                  <a:gd name="connsiteY32" fmla="*/ 13052 h 605788"/>
                  <a:gd name="connsiteX33" fmla="*/ 315917 w 585107"/>
                  <a:gd name="connsiteY33" fmla="*/ 40120 h 605788"/>
                  <a:gd name="connsiteX34" fmla="*/ 347856 w 585107"/>
                  <a:gd name="connsiteY34" fmla="*/ 141531 h 605788"/>
                  <a:gd name="connsiteX35" fmla="*/ 343678 w 585107"/>
                  <a:gd name="connsiteY35" fmla="*/ 157104 h 605788"/>
                  <a:gd name="connsiteX36" fmla="*/ 353891 w 585107"/>
                  <a:gd name="connsiteY36" fmla="*/ 199653 h 605788"/>
                  <a:gd name="connsiteX37" fmla="*/ 333279 w 585107"/>
                  <a:gd name="connsiteY37" fmla="*/ 235527 h 605788"/>
                  <a:gd name="connsiteX38" fmla="*/ 260859 w 585107"/>
                  <a:gd name="connsiteY38" fmla="*/ 324888 h 605788"/>
                  <a:gd name="connsiteX39" fmla="*/ 207843 w 585107"/>
                  <a:gd name="connsiteY39" fmla="*/ 324981 h 605788"/>
                  <a:gd name="connsiteX40" fmla="*/ 135516 w 585107"/>
                  <a:gd name="connsiteY40" fmla="*/ 235527 h 605788"/>
                  <a:gd name="connsiteX41" fmla="*/ 114904 w 585107"/>
                  <a:gd name="connsiteY41" fmla="*/ 199653 h 605788"/>
                  <a:gd name="connsiteX42" fmla="*/ 125396 w 585107"/>
                  <a:gd name="connsiteY42" fmla="*/ 157012 h 605788"/>
                  <a:gd name="connsiteX43" fmla="*/ 121218 w 585107"/>
                  <a:gd name="connsiteY43" fmla="*/ 141438 h 605788"/>
                  <a:gd name="connsiteX44" fmla="*/ 120939 w 585107"/>
                  <a:gd name="connsiteY44" fmla="*/ 91660 h 605788"/>
                  <a:gd name="connsiteX45" fmla="*/ 150000 w 585107"/>
                  <a:gd name="connsiteY45" fmla="*/ 40583 h 605788"/>
                  <a:gd name="connsiteX46" fmla="*/ 177018 w 585107"/>
                  <a:gd name="connsiteY46" fmla="*/ 18335 h 605788"/>
                  <a:gd name="connsiteX47" fmla="*/ 203294 w 585107"/>
                  <a:gd name="connsiteY47" fmla="*/ 4987 h 605788"/>
                  <a:gd name="connsiteX48" fmla="*/ 227063 w 585107"/>
                  <a:gd name="connsiteY48" fmla="*/ 445 h 605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85107" h="605788">
                    <a:moveTo>
                      <a:pt x="459289" y="416179"/>
                    </a:moveTo>
                    <a:lnTo>
                      <a:pt x="459289" y="511030"/>
                    </a:lnTo>
                    <a:lnTo>
                      <a:pt x="554270" y="511030"/>
                    </a:lnTo>
                    <a:cubicBezTo>
                      <a:pt x="554270" y="563416"/>
                      <a:pt x="511654" y="605788"/>
                      <a:pt x="459289" y="605788"/>
                    </a:cubicBezTo>
                    <a:cubicBezTo>
                      <a:pt x="406831" y="605788"/>
                      <a:pt x="364308" y="563323"/>
                      <a:pt x="364308" y="511030"/>
                    </a:cubicBezTo>
                    <a:cubicBezTo>
                      <a:pt x="364308" y="458551"/>
                      <a:pt x="406924" y="416179"/>
                      <a:pt x="459289" y="416179"/>
                    </a:cubicBezTo>
                    <a:close/>
                    <a:moveTo>
                      <a:pt x="490126" y="385412"/>
                    </a:moveTo>
                    <a:cubicBezTo>
                      <a:pt x="542491" y="385412"/>
                      <a:pt x="584921" y="427779"/>
                      <a:pt x="585107" y="480252"/>
                    </a:cubicBezTo>
                    <a:lnTo>
                      <a:pt x="490126" y="480252"/>
                    </a:lnTo>
                    <a:close/>
                    <a:moveTo>
                      <a:pt x="151337" y="315411"/>
                    </a:moveTo>
                    <a:lnTo>
                      <a:pt x="188565" y="433251"/>
                    </a:lnTo>
                    <a:lnTo>
                      <a:pt x="195621" y="455410"/>
                    </a:lnTo>
                    <a:lnTo>
                      <a:pt x="195714" y="455132"/>
                    </a:lnTo>
                    <a:lnTo>
                      <a:pt x="201841" y="473953"/>
                    </a:lnTo>
                    <a:lnTo>
                      <a:pt x="221523" y="418138"/>
                    </a:lnTo>
                    <a:cubicBezTo>
                      <a:pt x="173061" y="350828"/>
                      <a:pt x="231271" y="351384"/>
                      <a:pt x="234521" y="351570"/>
                    </a:cubicBezTo>
                    <a:cubicBezTo>
                      <a:pt x="237677" y="351384"/>
                      <a:pt x="295887" y="350828"/>
                      <a:pt x="247518" y="418138"/>
                    </a:cubicBezTo>
                    <a:lnTo>
                      <a:pt x="267200" y="473953"/>
                    </a:lnTo>
                    <a:lnTo>
                      <a:pt x="273235" y="455132"/>
                    </a:lnTo>
                    <a:lnTo>
                      <a:pt x="273327" y="455410"/>
                    </a:lnTo>
                    <a:lnTo>
                      <a:pt x="280383" y="433251"/>
                    </a:lnTo>
                    <a:lnTo>
                      <a:pt x="317705" y="315411"/>
                    </a:lnTo>
                    <a:cubicBezTo>
                      <a:pt x="317705" y="315411"/>
                      <a:pt x="365610" y="349066"/>
                      <a:pt x="424377" y="363993"/>
                    </a:cubicBezTo>
                    <a:cubicBezTo>
                      <a:pt x="437653" y="367331"/>
                      <a:pt x="447030" y="374377"/>
                      <a:pt x="453714" y="383185"/>
                    </a:cubicBezTo>
                    <a:cubicBezTo>
                      <a:pt x="385849" y="386523"/>
                      <a:pt x="331630" y="442615"/>
                      <a:pt x="331630" y="511131"/>
                    </a:cubicBezTo>
                    <a:cubicBezTo>
                      <a:pt x="331630" y="523091"/>
                      <a:pt x="333302" y="534588"/>
                      <a:pt x="336365" y="545528"/>
                    </a:cubicBezTo>
                    <a:cubicBezTo>
                      <a:pt x="306935" y="551276"/>
                      <a:pt x="272770" y="555263"/>
                      <a:pt x="234521" y="555263"/>
                    </a:cubicBezTo>
                    <a:cubicBezTo>
                      <a:pt x="91177" y="555263"/>
                      <a:pt x="5486" y="499634"/>
                      <a:pt x="5486" y="499634"/>
                    </a:cubicBezTo>
                    <a:cubicBezTo>
                      <a:pt x="2980" y="484800"/>
                      <a:pt x="380" y="450774"/>
                      <a:pt x="380" y="450774"/>
                    </a:cubicBezTo>
                    <a:cubicBezTo>
                      <a:pt x="-1291" y="425741"/>
                      <a:pt x="751" y="375119"/>
                      <a:pt x="44572" y="363993"/>
                    </a:cubicBezTo>
                    <a:cubicBezTo>
                      <a:pt x="103524" y="349066"/>
                      <a:pt x="151337" y="315411"/>
                      <a:pt x="151337" y="315411"/>
                    </a:cubicBezTo>
                    <a:close/>
                    <a:moveTo>
                      <a:pt x="227063" y="445"/>
                    </a:moveTo>
                    <a:cubicBezTo>
                      <a:pt x="253060" y="-1780"/>
                      <a:pt x="272743" y="4616"/>
                      <a:pt x="286856" y="13052"/>
                    </a:cubicBezTo>
                    <a:cubicBezTo>
                      <a:pt x="307839" y="24639"/>
                      <a:pt x="315917" y="40120"/>
                      <a:pt x="315917" y="40120"/>
                    </a:cubicBezTo>
                    <a:cubicBezTo>
                      <a:pt x="315917" y="40120"/>
                      <a:pt x="364197" y="43549"/>
                      <a:pt x="347856" y="141531"/>
                    </a:cubicBezTo>
                    <a:cubicBezTo>
                      <a:pt x="346834" y="146722"/>
                      <a:pt x="345535" y="151913"/>
                      <a:pt x="343678" y="157104"/>
                    </a:cubicBezTo>
                    <a:cubicBezTo>
                      <a:pt x="353334" y="156177"/>
                      <a:pt x="364661" y="161832"/>
                      <a:pt x="353891" y="199653"/>
                    </a:cubicBezTo>
                    <a:cubicBezTo>
                      <a:pt x="346092" y="227370"/>
                      <a:pt x="338850" y="234971"/>
                      <a:pt x="333279" y="235527"/>
                    </a:cubicBezTo>
                    <a:cubicBezTo>
                      <a:pt x="328172" y="268342"/>
                      <a:pt x="301897" y="310056"/>
                      <a:pt x="260859" y="324888"/>
                    </a:cubicBezTo>
                    <a:cubicBezTo>
                      <a:pt x="243775" y="331006"/>
                      <a:pt x="224927" y="331006"/>
                      <a:pt x="207843" y="324981"/>
                    </a:cubicBezTo>
                    <a:cubicBezTo>
                      <a:pt x="165970" y="310242"/>
                      <a:pt x="140623" y="268342"/>
                      <a:pt x="135516" y="235527"/>
                    </a:cubicBezTo>
                    <a:cubicBezTo>
                      <a:pt x="129945" y="235156"/>
                      <a:pt x="122703" y="227370"/>
                      <a:pt x="114904" y="199653"/>
                    </a:cubicBezTo>
                    <a:cubicBezTo>
                      <a:pt x="104134" y="161739"/>
                      <a:pt x="115461" y="156177"/>
                      <a:pt x="125396" y="157012"/>
                    </a:cubicBezTo>
                    <a:cubicBezTo>
                      <a:pt x="123539" y="151821"/>
                      <a:pt x="122146" y="146630"/>
                      <a:pt x="121218" y="141438"/>
                    </a:cubicBezTo>
                    <a:cubicBezTo>
                      <a:pt x="117690" y="123733"/>
                      <a:pt x="116854" y="107326"/>
                      <a:pt x="120939" y="91660"/>
                    </a:cubicBezTo>
                    <a:cubicBezTo>
                      <a:pt x="125767" y="70524"/>
                      <a:pt x="137280" y="53653"/>
                      <a:pt x="150000" y="40583"/>
                    </a:cubicBezTo>
                    <a:cubicBezTo>
                      <a:pt x="158171" y="32055"/>
                      <a:pt x="167362" y="24546"/>
                      <a:pt x="177018" y="18335"/>
                    </a:cubicBezTo>
                    <a:cubicBezTo>
                      <a:pt x="184910" y="12866"/>
                      <a:pt x="193731" y="8231"/>
                      <a:pt x="203294" y="4987"/>
                    </a:cubicBezTo>
                    <a:cubicBezTo>
                      <a:pt x="210722" y="2391"/>
                      <a:pt x="218614" y="816"/>
                      <a:pt x="227063" y="445"/>
                    </a:cubicBezTo>
                    <a:close/>
                  </a:path>
                </a:pathLst>
              </a:custGeom>
              <a:solidFill>
                <a:schemeClr val="bg1"/>
              </a:solidFill>
              <a:ln>
                <a:noFill/>
              </a:ln>
            </p:spPr>
            <p:txBody>
              <a:bodyPr wrap="square" lIns="91440" tIns="45720" rIns="91440" bIns="45720">
                <a:normAutofit/>
              </a:bodyPr>
              <a:lstStyle/>
              <a:p>
                <a:endParaRPr lang="zh-CN" altLang="en-US"/>
              </a:p>
            </p:txBody>
          </p:sp>
        </p:grpSp>
        <p:grpSp>
          <p:nvGrpSpPr>
            <p:cNvPr id="9" name="í$1ïḓé"/>
            <p:cNvGrpSpPr/>
            <p:nvPr/>
          </p:nvGrpSpPr>
          <p:grpSpPr>
            <a:xfrm>
              <a:off x="3460558" y="4839938"/>
              <a:ext cx="8059930" cy="1400525"/>
              <a:chOff x="3460557" y="2375358"/>
              <a:chExt cx="8059930" cy="1400525"/>
            </a:xfrm>
          </p:grpSpPr>
          <p:sp>
            <p:nvSpPr>
              <p:cNvPr id="10" name="ïślíḓé"/>
              <p:cNvSpPr/>
              <p:nvPr/>
            </p:nvSpPr>
            <p:spPr>
              <a:xfrm flipH="1">
                <a:off x="3460557" y="2659483"/>
                <a:ext cx="6195775" cy="8322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50000"/>
                  </a:lnSpc>
                </a:pPr>
                <a:r>
                  <a:rPr lang="zh-CN" altLang="en-US" sz="1200" dirty="0">
                    <a:solidFill>
                      <a:schemeClr val="tx1">
                        <a:lumMod val="50000"/>
                        <a:lumOff val="50000"/>
                      </a:schemeClr>
                    </a:solidFill>
                    <a:cs typeface="+mn-ea"/>
                    <a:sym typeface="+mn-lt"/>
                  </a:rPr>
                  <a:t>请输入您的文本内容，或者复制粘贴文字内容到此处。</a:t>
                </a:r>
                <a:endParaRPr lang="en-US" altLang="zh-CN" sz="1200" dirty="0">
                  <a:solidFill>
                    <a:schemeClr val="tx1">
                      <a:lumMod val="50000"/>
                      <a:lumOff val="50000"/>
                    </a:schemeClr>
                  </a:solidFill>
                  <a:cs typeface="+mn-ea"/>
                  <a:sym typeface="+mn-lt"/>
                </a:endParaRPr>
              </a:p>
            </p:txBody>
          </p:sp>
          <p:sp>
            <p:nvSpPr>
              <p:cNvPr id="11" name="îṡlíḋè"/>
              <p:cNvSpPr/>
              <p:nvPr/>
            </p:nvSpPr>
            <p:spPr>
              <a:xfrm flipH="1">
                <a:off x="8964890" y="2375358"/>
                <a:ext cx="2555597" cy="1400525"/>
              </a:xfrm>
              <a:prstGeom prst="rightArrow">
                <a:avLst/>
              </a:prstGeom>
              <a:solidFill>
                <a:schemeClr val="accent2"/>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en-US" altLang="zh-CN" sz="1600" b="1" dirty="0"/>
                  <a:t>04.</a:t>
                </a:r>
                <a:r>
                  <a:rPr lang="zh-CN" altLang="en-US" sz="1600" b="1" dirty="0"/>
                  <a:t>输入文本</a:t>
                </a:r>
              </a:p>
            </p:txBody>
          </p:sp>
          <p:sp>
            <p:nvSpPr>
              <p:cNvPr id="12" name="íSḻiďé"/>
              <p:cNvSpPr/>
              <p:nvPr/>
            </p:nvSpPr>
            <p:spPr bwMode="auto">
              <a:xfrm>
                <a:off x="9275484" y="2876431"/>
                <a:ext cx="363318" cy="398377"/>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chemeClr val="bg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nvGrpSpPr>
          <p:cNvPr id="23" name="组合 22"/>
          <p:cNvGrpSpPr/>
          <p:nvPr/>
        </p:nvGrpSpPr>
        <p:grpSpPr>
          <a:xfrm>
            <a:off x="199289" y="258436"/>
            <a:ext cx="4355770" cy="655320"/>
            <a:chOff x="363500" y="173190"/>
            <a:chExt cx="4355770" cy="655320"/>
          </a:xfrm>
        </p:grpSpPr>
        <p:sp>
          <p:nvSpPr>
            <p:cNvPr id="24"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研究重点与难点</a:t>
              </a:r>
            </a:p>
          </p:txBody>
        </p:sp>
        <p:sp>
          <p:nvSpPr>
            <p:cNvPr id="25"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6" name="椭圆 25"/>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7762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5" y="1391133"/>
            <a:ext cx="11095354" cy="4666533"/>
            <a:chOff x="669925" y="1391134"/>
            <a:chExt cx="11095354" cy="4666533"/>
          </a:xfrm>
        </p:grpSpPr>
        <p:grpSp>
          <p:nvGrpSpPr>
            <p:cNvPr id="6" name="î$lidê"/>
            <p:cNvGrpSpPr/>
            <p:nvPr/>
          </p:nvGrpSpPr>
          <p:grpSpPr>
            <a:xfrm>
              <a:off x="3533775" y="1391134"/>
              <a:ext cx="5124450" cy="4482133"/>
              <a:chOff x="3943410" y="1749423"/>
              <a:chExt cx="4305180" cy="3765550"/>
            </a:xfrm>
          </p:grpSpPr>
          <p:sp>
            <p:nvSpPr>
              <p:cNvPr id="25" name="î$ḻîdé"/>
              <p:cNvSpPr/>
              <p:nvPr/>
            </p:nvSpPr>
            <p:spPr bwMode="auto">
              <a:xfrm>
                <a:off x="4576734" y="3584165"/>
                <a:ext cx="3038533" cy="696182"/>
              </a:xfrm>
              <a:custGeom>
                <a:avLst/>
                <a:gdLst>
                  <a:gd name="T0" fmla="*/ 2154 w 2562"/>
                  <a:gd name="T1" fmla="*/ 0 h 587"/>
                  <a:gd name="T2" fmla="*/ 408 w 2562"/>
                  <a:gd name="T3" fmla="*/ 0 h 587"/>
                  <a:gd name="T4" fmla="*/ 0 w 2562"/>
                  <a:gd name="T5" fmla="*/ 587 h 587"/>
                  <a:gd name="T6" fmla="*/ 2562 w 2562"/>
                  <a:gd name="T7" fmla="*/ 587 h 587"/>
                  <a:gd name="T8" fmla="*/ 2154 w 2562"/>
                  <a:gd name="T9" fmla="*/ 0 h 587"/>
                </a:gdLst>
                <a:ahLst/>
                <a:cxnLst>
                  <a:cxn ang="0">
                    <a:pos x="T0" y="T1"/>
                  </a:cxn>
                  <a:cxn ang="0">
                    <a:pos x="T2" y="T3"/>
                  </a:cxn>
                  <a:cxn ang="0">
                    <a:pos x="T4" y="T5"/>
                  </a:cxn>
                  <a:cxn ang="0">
                    <a:pos x="T6" y="T7"/>
                  </a:cxn>
                  <a:cxn ang="0">
                    <a:pos x="T8" y="T9"/>
                  </a:cxn>
                </a:cxnLst>
                <a:rect l="0" t="0" r="r" b="b"/>
                <a:pathLst>
                  <a:path w="2562" h="587">
                    <a:moveTo>
                      <a:pt x="2154" y="0"/>
                    </a:moveTo>
                    <a:lnTo>
                      <a:pt x="408" y="0"/>
                    </a:lnTo>
                    <a:lnTo>
                      <a:pt x="0" y="587"/>
                    </a:lnTo>
                    <a:lnTo>
                      <a:pt x="2562" y="587"/>
                    </a:lnTo>
                    <a:lnTo>
                      <a:pt x="2154" y="0"/>
                    </a:lnTo>
                    <a:close/>
                  </a:path>
                </a:pathLst>
              </a:custGeom>
              <a:solidFill>
                <a:schemeClr val="accent2"/>
              </a:solidFill>
              <a:ln>
                <a:noFill/>
              </a:ln>
            </p:spPr>
            <p:txBody>
              <a:bodyPr vert="horz" wrap="square" lIns="91440" tIns="45720" rIns="91440" bIns="45720" numCol="1" anchor="ctr"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400" b="1" dirty="0">
                    <a:solidFill>
                      <a:schemeClr val="bg1"/>
                    </a:solidFill>
                  </a:rPr>
                  <a:t>2</a:t>
                </a:r>
                <a:endParaRPr lang="id-ID" sz="2400" b="1" dirty="0">
                  <a:solidFill>
                    <a:schemeClr val="bg1"/>
                  </a:solidFill>
                </a:endParaRPr>
              </a:p>
            </p:txBody>
          </p:sp>
          <p:sp>
            <p:nvSpPr>
              <p:cNvPr id="26" name="ïsḻiḓe"/>
              <p:cNvSpPr/>
              <p:nvPr/>
            </p:nvSpPr>
            <p:spPr bwMode="auto">
              <a:xfrm>
                <a:off x="3943410" y="4987203"/>
                <a:ext cx="4305180" cy="527770"/>
              </a:xfrm>
              <a:custGeom>
                <a:avLst/>
                <a:gdLst>
                  <a:gd name="T0" fmla="*/ 306 w 3630"/>
                  <a:gd name="T1" fmla="*/ 0 h 445"/>
                  <a:gd name="T2" fmla="*/ 0 w 3630"/>
                  <a:gd name="T3" fmla="*/ 445 h 445"/>
                  <a:gd name="T4" fmla="*/ 3630 w 3630"/>
                  <a:gd name="T5" fmla="*/ 445 h 445"/>
                  <a:gd name="T6" fmla="*/ 3324 w 3630"/>
                  <a:gd name="T7" fmla="*/ 0 h 445"/>
                  <a:gd name="T8" fmla="*/ 306 w 3630"/>
                  <a:gd name="T9" fmla="*/ 0 h 445"/>
                </a:gdLst>
                <a:ahLst/>
                <a:cxnLst>
                  <a:cxn ang="0">
                    <a:pos x="T0" y="T1"/>
                  </a:cxn>
                  <a:cxn ang="0">
                    <a:pos x="T2" y="T3"/>
                  </a:cxn>
                  <a:cxn ang="0">
                    <a:pos x="T4" y="T5"/>
                  </a:cxn>
                  <a:cxn ang="0">
                    <a:pos x="T6" y="T7"/>
                  </a:cxn>
                  <a:cxn ang="0">
                    <a:pos x="T8" y="T9"/>
                  </a:cxn>
                </a:cxnLst>
                <a:rect l="0" t="0" r="r" b="b"/>
                <a:pathLst>
                  <a:path w="3630" h="445">
                    <a:moveTo>
                      <a:pt x="306" y="0"/>
                    </a:moveTo>
                    <a:lnTo>
                      <a:pt x="0" y="445"/>
                    </a:lnTo>
                    <a:lnTo>
                      <a:pt x="3630" y="445"/>
                    </a:lnTo>
                    <a:lnTo>
                      <a:pt x="3324" y="0"/>
                    </a:lnTo>
                    <a:lnTo>
                      <a:pt x="306" y="0"/>
                    </a:lnTo>
                    <a:close/>
                  </a:path>
                </a:pathLst>
              </a:custGeom>
              <a:solidFill>
                <a:schemeClr val="accent1"/>
              </a:solidFill>
              <a:ln>
                <a:noFill/>
              </a:ln>
            </p:spPr>
            <p:txBody>
              <a:bodyPr vert="horz" wrap="square" lIns="91440" tIns="45720" rIns="91440" bIns="45720" numCol="1" anchor="ctr"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400" b="1" dirty="0">
                    <a:solidFill>
                      <a:schemeClr val="bg1"/>
                    </a:solidFill>
                  </a:rPr>
                  <a:t>3</a:t>
                </a:r>
                <a:endParaRPr lang="id-ID" sz="2400" b="1" dirty="0">
                  <a:solidFill>
                    <a:schemeClr val="bg1"/>
                  </a:solidFill>
                </a:endParaRPr>
              </a:p>
            </p:txBody>
          </p:sp>
          <p:sp>
            <p:nvSpPr>
              <p:cNvPr id="27" name="ïṥlidè"/>
              <p:cNvSpPr/>
              <p:nvPr/>
            </p:nvSpPr>
            <p:spPr bwMode="auto">
              <a:xfrm>
                <a:off x="5332216" y="1749423"/>
                <a:ext cx="1527568" cy="1113654"/>
              </a:xfrm>
              <a:custGeom>
                <a:avLst/>
                <a:gdLst>
                  <a:gd name="T0" fmla="*/ 1288 w 1288"/>
                  <a:gd name="T1" fmla="*/ 939 h 939"/>
                  <a:gd name="T2" fmla="*/ 644 w 1288"/>
                  <a:gd name="T3" fmla="*/ 0 h 939"/>
                  <a:gd name="T4" fmla="*/ 0 w 1288"/>
                  <a:gd name="T5" fmla="*/ 939 h 939"/>
                  <a:gd name="T6" fmla="*/ 1288 w 1288"/>
                  <a:gd name="T7" fmla="*/ 939 h 939"/>
                </a:gdLst>
                <a:ahLst/>
                <a:cxnLst>
                  <a:cxn ang="0">
                    <a:pos x="T0" y="T1"/>
                  </a:cxn>
                  <a:cxn ang="0">
                    <a:pos x="T2" y="T3"/>
                  </a:cxn>
                  <a:cxn ang="0">
                    <a:pos x="T4" y="T5"/>
                  </a:cxn>
                  <a:cxn ang="0">
                    <a:pos x="T6" y="T7"/>
                  </a:cxn>
                </a:cxnLst>
                <a:rect l="0" t="0" r="r" b="b"/>
                <a:pathLst>
                  <a:path w="1288" h="939">
                    <a:moveTo>
                      <a:pt x="1288" y="939"/>
                    </a:moveTo>
                    <a:lnTo>
                      <a:pt x="644" y="0"/>
                    </a:lnTo>
                    <a:lnTo>
                      <a:pt x="0" y="939"/>
                    </a:lnTo>
                    <a:lnTo>
                      <a:pt x="1288" y="939"/>
                    </a:lnTo>
                    <a:close/>
                  </a:path>
                </a:pathLst>
              </a:custGeom>
              <a:solidFill>
                <a:schemeClr val="accent1"/>
              </a:solidFill>
              <a:ln>
                <a:noFill/>
              </a:ln>
            </p:spPr>
            <p:txBody>
              <a:bodyPr vert="horz" wrap="square" lIns="91440" tIns="45720" rIns="91440" bIns="45720" numCol="1" anchor="ctr"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400" b="1">
                    <a:solidFill>
                      <a:schemeClr val="bg1"/>
                    </a:solidFill>
                  </a:rPr>
                  <a:t>1</a:t>
                </a:r>
                <a:endParaRPr lang="id-ID" sz="2400" b="1" dirty="0">
                  <a:solidFill>
                    <a:schemeClr val="bg1"/>
                  </a:solidFill>
                </a:endParaRPr>
              </a:p>
            </p:txBody>
          </p:sp>
          <p:grpSp>
            <p:nvGrpSpPr>
              <p:cNvPr id="28" name="îśļîḍé"/>
              <p:cNvGrpSpPr/>
              <p:nvPr/>
            </p:nvGrpSpPr>
            <p:grpSpPr>
              <a:xfrm>
                <a:off x="4531230" y="4300515"/>
                <a:ext cx="3129811" cy="672462"/>
                <a:chOff x="4573909" y="4079091"/>
                <a:chExt cx="3044458" cy="654123"/>
              </a:xfrm>
              <a:solidFill>
                <a:schemeClr val="bg1">
                  <a:lumMod val="95000"/>
                </a:schemeClr>
              </a:solidFill>
            </p:grpSpPr>
            <p:sp>
              <p:nvSpPr>
                <p:cNvPr id="34" name="iśļíde"/>
                <p:cNvSpPr/>
                <p:nvPr/>
              </p:nvSpPr>
              <p:spPr bwMode="auto">
                <a:xfrm>
                  <a:off x="4950005" y="4079091"/>
                  <a:ext cx="410656" cy="654123"/>
                </a:xfrm>
                <a:custGeom>
                  <a:avLst/>
                  <a:gdLst>
                    <a:gd name="connsiteX0" fmla="*/ 206920 w 410656"/>
                    <a:gd name="connsiteY0" fmla="*/ 27688 h 654123"/>
                    <a:gd name="connsiteX1" fmla="*/ 265757 w 410656"/>
                    <a:gd name="connsiteY1" fmla="*/ 86525 h 654123"/>
                    <a:gd name="connsiteX2" fmla="*/ 206920 w 410656"/>
                    <a:gd name="connsiteY2" fmla="*/ 145362 h 654123"/>
                    <a:gd name="connsiteX3" fmla="*/ 148083 w 410656"/>
                    <a:gd name="connsiteY3" fmla="*/ 86525 h 654123"/>
                    <a:gd name="connsiteX4" fmla="*/ 206920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6920" y="27688"/>
                      </a:moveTo>
                      <a:cubicBezTo>
                        <a:pt x="239415" y="27688"/>
                        <a:pt x="265757" y="54030"/>
                        <a:pt x="265757" y="86525"/>
                      </a:cubicBezTo>
                      <a:cubicBezTo>
                        <a:pt x="265757" y="119020"/>
                        <a:pt x="239415" y="145362"/>
                        <a:pt x="206920" y="145362"/>
                      </a:cubicBezTo>
                      <a:cubicBezTo>
                        <a:pt x="174425" y="145362"/>
                        <a:pt x="148083" y="119020"/>
                        <a:pt x="148083" y="86525"/>
                      </a:cubicBezTo>
                      <a:cubicBezTo>
                        <a:pt x="148083" y="54030"/>
                        <a:pt x="174425" y="27688"/>
                        <a:pt x="206920"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3"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5" name="îsļiḓè"/>
                <p:cNvSpPr/>
                <p:nvPr/>
              </p:nvSpPr>
              <p:spPr bwMode="auto">
                <a:xfrm>
                  <a:off x="4573909" y="4079091"/>
                  <a:ext cx="409511" cy="654123"/>
                </a:xfrm>
                <a:custGeom>
                  <a:avLst/>
                  <a:gdLst>
                    <a:gd name="connsiteX0" fmla="*/ 206925 w 409511"/>
                    <a:gd name="connsiteY0" fmla="*/ 27688 h 654123"/>
                    <a:gd name="connsiteX1" fmla="*/ 265762 w 409511"/>
                    <a:gd name="connsiteY1" fmla="*/ 86525 h 654123"/>
                    <a:gd name="connsiteX2" fmla="*/ 206925 w 409511"/>
                    <a:gd name="connsiteY2" fmla="*/ 145362 h 654123"/>
                    <a:gd name="connsiteX3" fmla="*/ 148088 w 409511"/>
                    <a:gd name="connsiteY3" fmla="*/ 86525 h 654123"/>
                    <a:gd name="connsiteX4" fmla="*/ 206925 w 409511"/>
                    <a:gd name="connsiteY4" fmla="*/ 27688 h 654123"/>
                    <a:gd name="connsiteX5" fmla="*/ 12193 w 409511"/>
                    <a:gd name="connsiteY5" fmla="*/ 0 h 654123"/>
                    <a:gd name="connsiteX6" fmla="*/ 21579 w 409511"/>
                    <a:gd name="connsiteY6" fmla="*/ 0 h 654123"/>
                    <a:gd name="connsiteX7" fmla="*/ 40352 w 409511"/>
                    <a:gd name="connsiteY7" fmla="*/ 9412 h 654123"/>
                    <a:gd name="connsiteX8" fmla="*/ 138911 w 409511"/>
                    <a:gd name="connsiteY8" fmla="*/ 160002 h 654123"/>
                    <a:gd name="connsiteX9" fmla="*/ 270324 w 409511"/>
                    <a:gd name="connsiteY9" fmla="*/ 160002 h 654123"/>
                    <a:gd name="connsiteX10" fmla="*/ 373576 w 409511"/>
                    <a:gd name="connsiteY10" fmla="*/ 9412 h 654123"/>
                    <a:gd name="connsiteX11" fmla="*/ 387656 w 409511"/>
                    <a:gd name="connsiteY11" fmla="*/ 0 h 654123"/>
                    <a:gd name="connsiteX12" fmla="*/ 401736 w 409511"/>
                    <a:gd name="connsiteY12" fmla="*/ 0 h 654123"/>
                    <a:gd name="connsiteX13" fmla="*/ 406429 w 409511"/>
                    <a:gd name="connsiteY13" fmla="*/ 32942 h 654123"/>
                    <a:gd name="connsiteX14" fmla="*/ 298483 w 409511"/>
                    <a:gd name="connsiteY14" fmla="*/ 192943 h 654123"/>
                    <a:gd name="connsiteX15" fmla="*/ 284404 w 409511"/>
                    <a:gd name="connsiteY15" fmla="*/ 202355 h 654123"/>
                    <a:gd name="connsiteX16" fmla="*/ 275017 w 409511"/>
                    <a:gd name="connsiteY16" fmla="*/ 202355 h 654123"/>
                    <a:gd name="connsiteX17" fmla="*/ 275017 w 409511"/>
                    <a:gd name="connsiteY17" fmla="*/ 621182 h 654123"/>
                    <a:gd name="connsiteX18" fmla="*/ 242164 w 409511"/>
                    <a:gd name="connsiteY18" fmla="*/ 654123 h 654123"/>
                    <a:gd name="connsiteX19" fmla="*/ 209311 w 409511"/>
                    <a:gd name="connsiteY19" fmla="*/ 621182 h 654123"/>
                    <a:gd name="connsiteX20" fmla="*/ 209311 w 409511"/>
                    <a:gd name="connsiteY20" fmla="*/ 381180 h 654123"/>
                    <a:gd name="connsiteX21" fmla="*/ 199924 w 409511"/>
                    <a:gd name="connsiteY21" fmla="*/ 381180 h 654123"/>
                    <a:gd name="connsiteX22" fmla="*/ 199924 w 409511"/>
                    <a:gd name="connsiteY22" fmla="*/ 621182 h 654123"/>
                    <a:gd name="connsiteX23" fmla="*/ 167071 w 409511"/>
                    <a:gd name="connsiteY23" fmla="*/ 654123 h 654123"/>
                    <a:gd name="connsiteX24" fmla="*/ 134218 w 409511"/>
                    <a:gd name="connsiteY24" fmla="*/ 621182 h 654123"/>
                    <a:gd name="connsiteX25" fmla="*/ 134218 w 409511"/>
                    <a:gd name="connsiteY25" fmla="*/ 202355 h 654123"/>
                    <a:gd name="connsiteX26" fmla="*/ 129525 w 409511"/>
                    <a:gd name="connsiteY26" fmla="*/ 202355 h 654123"/>
                    <a:gd name="connsiteX27" fmla="*/ 110752 w 409511"/>
                    <a:gd name="connsiteY27" fmla="*/ 192943 h 654123"/>
                    <a:gd name="connsiteX28" fmla="*/ 2806 w 409511"/>
                    <a:gd name="connsiteY28" fmla="*/ 32942 h 654123"/>
                    <a:gd name="connsiteX29" fmla="*/ 12193 w 409511"/>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9511" h="654123">
                      <a:moveTo>
                        <a:pt x="206925" y="27688"/>
                      </a:moveTo>
                      <a:cubicBezTo>
                        <a:pt x="239420" y="27688"/>
                        <a:pt x="265762" y="54030"/>
                        <a:pt x="265762" y="86525"/>
                      </a:cubicBezTo>
                      <a:cubicBezTo>
                        <a:pt x="265762" y="119020"/>
                        <a:pt x="239420" y="145362"/>
                        <a:pt x="206925" y="145362"/>
                      </a:cubicBezTo>
                      <a:cubicBezTo>
                        <a:pt x="174430" y="145362"/>
                        <a:pt x="148088" y="119020"/>
                        <a:pt x="148088" y="86525"/>
                      </a:cubicBezTo>
                      <a:cubicBezTo>
                        <a:pt x="148088" y="54030"/>
                        <a:pt x="174430" y="27688"/>
                        <a:pt x="206925" y="27688"/>
                      </a:cubicBezTo>
                      <a:close/>
                      <a:moveTo>
                        <a:pt x="12193" y="0"/>
                      </a:moveTo>
                      <a:cubicBezTo>
                        <a:pt x="12193" y="0"/>
                        <a:pt x="16886" y="0"/>
                        <a:pt x="21579" y="0"/>
                      </a:cubicBezTo>
                      <a:cubicBezTo>
                        <a:pt x="26272" y="0"/>
                        <a:pt x="35659" y="0"/>
                        <a:pt x="40352" y="9412"/>
                      </a:cubicBezTo>
                      <a:cubicBezTo>
                        <a:pt x="40352" y="9412"/>
                        <a:pt x="40352" y="9412"/>
                        <a:pt x="138911" y="160002"/>
                      </a:cubicBezTo>
                      <a:cubicBezTo>
                        <a:pt x="138911" y="160002"/>
                        <a:pt x="138911" y="160002"/>
                        <a:pt x="270324" y="160002"/>
                      </a:cubicBezTo>
                      <a:cubicBezTo>
                        <a:pt x="270324" y="160002"/>
                        <a:pt x="270324" y="160002"/>
                        <a:pt x="373576" y="9412"/>
                      </a:cubicBezTo>
                      <a:cubicBezTo>
                        <a:pt x="373576" y="0"/>
                        <a:pt x="382963" y="0"/>
                        <a:pt x="387656" y="0"/>
                      </a:cubicBezTo>
                      <a:cubicBezTo>
                        <a:pt x="392349" y="0"/>
                        <a:pt x="397042" y="0"/>
                        <a:pt x="401736" y="0"/>
                      </a:cubicBezTo>
                      <a:cubicBezTo>
                        <a:pt x="411122" y="9412"/>
                        <a:pt x="411122" y="23529"/>
                        <a:pt x="406429" y="32942"/>
                      </a:cubicBezTo>
                      <a:cubicBezTo>
                        <a:pt x="406429" y="32942"/>
                        <a:pt x="406429" y="32942"/>
                        <a:pt x="298483" y="192943"/>
                      </a:cubicBezTo>
                      <a:cubicBezTo>
                        <a:pt x="293790" y="197649"/>
                        <a:pt x="289097" y="202355"/>
                        <a:pt x="284404" y="202355"/>
                      </a:cubicBezTo>
                      <a:cubicBezTo>
                        <a:pt x="284404" y="202355"/>
                        <a:pt x="284404" y="202355"/>
                        <a:pt x="275017" y="202355"/>
                      </a:cubicBezTo>
                      <a:cubicBezTo>
                        <a:pt x="275017" y="202355"/>
                        <a:pt x="275017" y="202355"/>
                        <a:pt x="275017" y="621182"/>
                      </a:cubicBezTo>
                      <a:cubicBezTo>
                        <a:pt x="275017" y="635300"/>
                        <a:pt x="260937" y="654123"/>
                        <a:pt x="242164" y="654123"/>
                      </a:cubicBezTo>
                      <a:cubicBezTo>
                        <a:pt x="228084" y="654123"/>
                        <a:pt x="209311" y="635300"/>
                        <a:pt x="209311" y="621182"/>
                      </a:cubicBezTo>
                      <a:cubicBezTo>
                        <a:pt x="209311" y="621182"/>
                        <a:pt x="209311" y="621182"/>
                        <a:pt x="209311" y="381180"/>
                      </a:cubicBezTo>
                      <a:cubicBezTo>
                        <a:pt x="209311" y="381180"/>
                        <a:pt x="209311" y="381180"/>
                        <a:pt x="199924" y="381180"/>
                      </a:cubicBezTo>
                      <a:cubicBezTo>
                        <a:pt x="199924" y="381180"/>
                        <a:pt x="199924" y="381180"/>
                        <a:pt x="199924" y="621182"/>
                      </a:cubicBezTo>
                      <a:cubicBezTo>
                        <a:pt x="199924" y="635300"/>
                        <a:pt x="185845" y="654123"/>
                        <a:pt x="167071" y="654123"/>
                      </a:cubicBezTo>
                      <a:cubicBezTo>
                        <a:pt x="148298" y="654123"/>
                        <a:pt x="134218" y="635300"/>
                        <a:pt x="134218" y="621182"/>
                      </a:cubicBezTo>
                      <a:cubicBezTo>
                        <a:pt x="134218" y="621182"/>
                        <a:pt x="134218" y="621182"/>
                        <a:pt x="134218" y="202355"/>
                      </a:cubicBezTo>
                      <a:cubicBezTo>
                        <a:pt x="134218" y="202355"/>
                        <a:pt x="134218" y="202355"/>
                        <a:pt x="129525" y="202355"/>
                      </a:cubicBezTo>
                      <a:cubicBezTo>
                        <a:pt x="120138" y="202355"/>
                        <a:pt x="115445" y="197649"/>
                        <a:pt x="110752" y="192943"/>
                      </a:cubicBezTo>
                      <a:cubicBezTo>
                        <a:pt x="110752" y="192943"/>
                        <a:pt x="110752" y="192943"/>
                        <a:pt x="2806" y="32942"/>
                      </a:cubicBezTo>
                      <a:cubicBezTo>
                        <a:pt x="-1887" y="23529"/>
                        <a:pt x="-1887" y="9412"/>
                        <a:pt x="1219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6" name="íş1íďê"/>
                <p:cNvSpPr/>
                <p:nvPr/>
              </p:nvSpPr>
              <p:spPr bwMode="auto">
                <a:xfrm>
                  <a:off x="5326097" y="4079091"/>
                  <a:ext cx="410656" cy="654123"/>
                </a:xfrm>
                <a:custGeom>
                  <a:avLst/>
                  <a:gdLst>
                    <a:gd name="connsiteX0" fmla="*/ 208074 w 410656"/>
                    <a:gd name="connsiteY0" fmla="*/ 27688 h 654123"/>
                    <a:gd name="connsiteX1" fmla="*/ 266911 w 410656"/>
                    <a:gd name="connsiteY1" fmla="*/ 86525 h 654123"/>
                    <a:gd name="connsiteX2" fmla="*/ 208074 w 410656"/>
                    <a:gd name="connsiteY2" fmla="*/ 145362 h 654123"/>
                    <a:gd name="connsiteX3" fmla="*/ 149237 w 410656"/>
                    <a:gd name="connsiteY3" fmla="*/ 86525 h 654123"/>
                    <a:gd name="connsiteX4" fmla="*/ 208074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7688"/>
                      </a:moveTo>
                      <a:cubicBezTo>
                        <a:pt x="240569" y="27688"/>
                        <a:pt x="266911" y="54030"/>
                        <a:pt x="266911" y="86525"/>
                      </a:cubicBezTo>
                      <a:cubicBezTo>
                        <a:pt x="266911" y="119020"/>
                        <a:pt x="240569" y="145362"/>
                        <a:pt x="208074" y="145362"/>
                      </a:cubicBezTo>
                      <a:cubicBezTo>
                        <a:pt x="175579" y="145362"/>
                        <a:pt x="149237" y="119020"/>
                        <a:pt x="149237" y="86525"/>
                      </a:cubicBezTo>
                      <a:cubicBezTo>
                        <a:pt x="149237" y="54030"/>
                        <a:pt x="175579" y="27688"/>
                        <a:pt x="208074"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2"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7" name="îŝ1ïďè"/>
                <p:cNvSpPr/>
                <p:nvPr/>
              </p:nvSpPr>
              <p:spPr bwMode="auto">
                <a:xfrm>
                  <a:off x="5702189" y="4079091"/>
                  <a:ext cx="410656" cy="654123"/>
                </a:xfrm>
                <a:custGeom>
                  <a:avLst/>
                  <a:gdLst>
                    <a:gd name="connsiteX0" fmla="*/ 208074 w 410656"/>
                    <a:gd name="connsiteY0" fmla="*/ 27688 h 654123"/>
                    <a:gd name="connsiteX1" fmla="*/ 266911 w 410656"/>
                    <a:gd name="connsiteY1" fmla="*/ 86525 h 654123"/>
                    <a:gd name="connsiteX2" fmla="*/ 208074 w 410656"/>
                    <a:gd name="connsiteY2" fmla="*/ 145362 h 654123"/>
                    <a:gd name="connsiteX3" fmla="*/ 149237 w 410656"/>
                    <a:gd name="connsiteY3" fmla="*/ 86525 h 654123"/>
                    <a:gd name="connsiteX4" fmla="*/ 208074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7688"/>
                      </a:moveTo>
                      <a:cubicBezTo>
                        <a:pt x="240569" y="27688"/>
                        <a:pt x="266911" y="54030"/>
                        <a:pt x="266911" y="86525"/>
                      </a:cubicBezTo>
                      <a:cubicBezTo>
                        <a:pt x="266911" y="119020"/>
                        <a:pt x="240569" y="145362"/>
                        <a:pt x="208074" y="145362"/>
                      </a:cubicBezTo>
                      <a:cubicBezTo>
                        <a:pt x="175579" y="145362"/>
                        <a:pt x="149237" y="119020"/>
                        <a:pt x="149237" y="86525"/>
                      </a:cubicBezTo>
                      <a:cubicBezTo>
                        <a:pt x="149237" y="54030"/>
                        <a:pt x="175579" y="27688"/>
                        <a:pt x="208074"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2"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8" name="îṧľïḋè"/>
                <p:cNvSpPr/>
                <p:nvPr/>
              </p:nvSpPr>
              <p:spPr bwMode="auto">
                <a:xfrm>
                  <a:off x="6079435" y="4079091"/>
                  <a:ext cx="410656" cy="654123"/>
                </a:xfrm>
                <a:custGeom>
                  <a:avLst/>
                  <a:gdLst>
                    <a:gd name="connsiteX0" fmla="*/ 206920 w 410656"/>
                    <a:gd name="connsiteY0" fmla="*/ 27688 h 654123"/>
                    <a:gd name="connsiteX1" fmla="*/ 265757 w 410656"/>
                    <a:gd name="connsiteY1" fmla="*/ 86525 h 654123"/>
                    <a:gd name="connsiteX2" fmla="*/ 206920 w 410656"/>
                    <a:gd name="connsiteY2" fmla="*/ 145362 h 654123"/>
                    <a:gd name="connsiteX3" fmla="*/ 148083 w 410656"/>
                    <a:gd name="connsiteY3" fmla="*/ 86525 h 654123"/>
                    <a:gd name="connsiteX4" fmla="*/ 206920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6920" y="27688"/>
                      </a:moveTo>
                      <a:cubicBezTo>
                        <a:pt x="239415" y="27688"/>
                        <a:pt x="265757" y="54030"/>
                        <a:pt x="265757" y="86525"/>
                      </a:cubicBezTo>
                      <a:cubicBezTo>
                        <a:pt x="265757" y="119020"/>
                        <a:pt x="239415" y="145362"/>
                        <a:pt x="206920" y="145362"/>
                      </a:cubicBezTo>
                      <a:cubicBezTo>
                        <a:pt x="174425" y="145362"/>
                        <a:pt x="148083" y="119020"/>
                        <a:pt x="148083" y="86525"/>
                      </a:cubicBezTo>
                      <a:cubicBezTo>
                        <a:pt x="148083" y="54030"/>
                        <a:pt x="174425" y="27688"/>
                        <a:pt x="206920"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3"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9" name="iSľïḍe"/>
                <p:cNvSpPr/>
                <p:nvPr/>
              </p:nvSpPr>
              <p:spPr bwMode="auto">
                <a:xfrm>
                  <a:off x="6455527" y="4079091"/>
                  <a:ext cx="410656" cy="654123"/>
                </a:xfrm>
                <a:custGeom>
                  <a:avLst/>
                  <a:gdLst>
                    <a:gd name="connsiteX0" fmla="*/ 206920 w 410656"/>
                    <a:gd name="connsiteY0" fmla="*/ 27688 h 654123"/>
                    <a:gd name="connsiteX1" fmla="*/ 265757 w 410656"/>
                    <a:gd name="connsiteY1" fmla="*/ 86525 h 654123"/>
                    <a:gd name="connsiteX2" fmla="*/ 206920 w 410656"/>
                    <a:gd name="connsiteY2" fmla="*/ 145362 h 654123"/>
                    <a:gd name="connsiteX3" fmla="*/ 148083 w 410656"/>
                    <a:gd name="connsiteY3" fmla="*/ 86525 h 654123"/>
                    <a:gd name="connsiteX4" fmla="*/ 206920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6920" y="27688"/>
                      </a:moveTo>
                      <a:cubicBezTo>
                        <a:pt x="239415" y="27688"/>
                        <a:pt x="265757" y="54030"/>
                        <a:pt x="265757" y="86525"/>
                      </a:cubicBezTo>
                      <a:cubicBezTo>
                        <a:pt x="265757" y="119020"/>
                        <a:pt x="239415" y="145362"/>
                        <a:pt x="206920" y="145362"/>
                      </a:cubicBezTo>
                      <a:cubicBezTo>
                        <a:pt x="174425" y="145362"/>
                        <a:pt x="148083" y="119020"/>
                        <a:pt x="148083" y="86525"/>
                      </a:cubicBezTo>
                      <a:cubicBezTo>
                        <a:pt x="148083" y="54030"/>
                        <a:pt x="174425" y="27688"/>
                        <a:pt x="206920"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3"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40" name="îṩ1îḋê"/>
                <p:cNvSpPr/>
                <p:nvPr/>
              </p:nvSpPr>
              <p:spPr bwMode="auto">
                <a:xfrm>
                  <a:off x="6831619" y="4079091"/>
                  <a:ext cx="410656" cy="654123"/>
                </a:xfrm>
                <a:custGeom>
                  <a:avLst/>
                  <a:gdLst>
                    <a:gd name="connsiteX0" fmla="*/ 208074 w 410656"/>
                    <a:gd name="connsiteY0" fmla="*/ 27688 h 654123"/>
                    <a:gd name="connsiteX1" fmla="*/ 266911 w 410656"/>
                    <a:gd name="connsiteY1" fmla="*/ 86525 h 654123"/>
                    <a:gd name="connsiteX2" fmla="*/ 208074 w 410656"/>
                    <a:gd name="connsiteY2" fmla="*/ 145362 h 654123"/>
                    <a:gd name="connsiteX3" fmla="*/ 149237 w 410656"/>
                    <a:gd name="connsiteY3" fmla="*/ 86525 h 654123"/>
                    <a:gd name="connsiteX4" fmla="*/ 208074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7688"/>
                      </a:moveTo>
                      <a:cubicBezTo>
                        <a:pt x="240569" y="27688"/>
                        <a:pt x="266911" y="54030"/>
                        <a:pt x="266911" y="86525"/>
                      </a:cubicBezTo>
                      <a:cubicBezTo>
                        <a:pt x="266911" y="119020"/>
                        <a:pt x="240569" y="145362"/>
                        <a:pt x="208074" y="145362"/>
                      </a:cubicBezTo>
                      <a:cubicBezTo>
                        <a:pt x="175579" y="145362"/>
                        <a:pt x="149237" y="119020"/>
                        <a:pt x="149237" y="86525"/>
                      </a:cubicBezTo>
                      <a:cubicBezTo>
                        <a:pt x="149237" y="54030"/>
                        <a:pt x="175579" y="27688"/>
                        <a:pt x="208074"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2"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41" name="iŝľíḓê"/>
                <p:cNvSpPr/>
                <p:nvPr/>
              </p:nvSpPr>
              <p:spPr bwMode="auto">
                <a:xfrm>
                  <a:off x="7207711" y="4079091"/>
                  <a:ext cx="410656" cy="654123"/>
                </a:xfrm>
                <a:custGeom>
                  <a:avLst/>
                  <a:gdLst>
                    <a:gd name="connsiteX0" fmla="*/ 208074 w 410656"/>
                    <a:gd name="connsiteY0" fmla="*/ 27688 h 654123"/>
                    <a:gd name="connsiteX1" fmla="*/ 266911 w 410656"/>
                    <a:gd name="connsiteY1" fmla="*/ 86525 h 654123"/>
                    <a:gd name="connsiteX2" fmla="*/ 208074 w 410656"/>
                    <a:gd name="connsiteY2" fmla="*/ 145362 h 654123"/>
                    <a:gd name="connsiteX3" fmla="*/ 149237 w 410656"/>
                    <a:gd name="connsiteY3" fmla="*/ 86525 h 654123"/>
                    <a:gd name="connsiteX4" fmla="*/ 208074 w 410656"/>
                    <a:gd name="connsiteY4" fmla="*/ 27688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2 h 654123"/>
                    <a:gd name="connsiteX9" fmla="*/ 271079 w 410656"/>
                    <a:gd name="connsiteY9" fmla="*/ 160002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7688"/>
                      </a:moveTo>
                      <a:cubicBezTo>
                        <a:pt x="240569" y="27688"/>
                        <a:pt x="266911" y="54030"/>
                        <a:pt x="266911" y="86525"/>
                      </a:cubicBezTo>
                      <a:cubicBezTo>
                        <a:pt x="266911" y="119020"/>
                        <a:pt x="240569" y="145362"/>
                        <a:pt x="208074" y="145362"/>
                      </a:cubicBezTo>
                      <a:cubicBezTo>
                        <a:pt x="175579" y="145362"/>
                        <a:pt x="149237" y="119020"/>
                        <a:pt x="149237" y="86525"/>
                      </a:cubicBezTo>
                      <a:cubicBezTo>
                        <a:pt x="149237" y="54030"/>
                        <a:pt x="175579" y="27688"/>
                        <a:pt x="208074" y="27688"/>
                      </a:cubicBezTo>
                      <a:close/>
                      <a:moveTo>
                        <a:pt x="12227" y="0"/>
                      </a:moveTo>
                      <a:cubicBezTo>
                        <a:pt x="12227" y="0"/>
                        <a:pt x="16933" y="0"/>
                        <a:pt x="21640" y="0"/>
                      </a:cubicBezTo>
                      <a:cubicBezTo>
                        <a:pt x="26346" y="0"/>
                        <a:pt x="35759" y="0"/>
                        <a:pt x="40465" y="9412"/>
                      </a:cubicBezTo>
                      <a:cubicBezTo>
                        <a:pt x="40465" y="9412"/>
                        <a:pt x="40465" y="9412"/>
                        <a:pt x="139300" y="160002"/>
                      </a:cubicBezTo>
                      <a:cubicBezTo>
                        <a:pt x="139300" y="160002"/>
                        <a:pt x="139300" y="160002"/>
                        <a:pt x="271079" y="160002"/>
                      </a:cubicBezTo>
                      <a:cubicBezTo>
                        <a:pt x="271079" y="160002"/>
                        <a:pt x="271079" y="160002"/>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300"/>
                        <a:pt x="261667" y="654123"/>
                        <a:pt x="242841" y="654123"/>
                      </a:cubicBezTo>
                      <a:cubicBezTo>
                        <a:pt x="228722" y="654123"/>
                        <a:pt x="209896" y="635300"/>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300"/>
                        <a:pt x="186364" y="654123"/>
                        <a:pt x="167539" y="654123"/>
                      </a:cubicBezTo>
                      <a:cubicBezTo>
                        <a:pt x="148712" y="654123"/>
                        <a:pt x="134593" y="635300"/>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grpSp>
          <p:grpSp>
            <p:nvGrpSpPr>
              <p:cNvPr id="29" name="iṣlîḋé"/>
              <p:cNvGrpSpPr/>
              <p:nvPr/>
            </p:nvGrpSpPr>
            <p:grpSpPr>
              <a:xfrm>
                <a:off x="5304507" y="2886800"/>
                <a:ext cx="1583264" cy="672462"/>
                <a:chOff x="5326098" y="2703931"/>
                <a:chExt cx="1540087" cy="654123"/>
              </a:xfrm>
              <a:solidFill>
                <a:schemeClr val="bg1">
                  <a:lumMod val="95000"/>
                </a:schemeClr>
              </a:solidFill>
            </p:grpSpPr>
            <p:sp>
              <p:nvSpPr>
                <p:cNvPr id="30" name="iṥļíḑè"/>
                <p:cNvSpPr/>
                <p:nvPr/>
              </p:nvSpPr>
              <p:spPr bwMode="auto">
                <a:xfrm>
                  <a:off x="5326098" y="2703931"/>
                  <a:ext cx="410656" cy="654123"/>
                </a:xfrm>
                <a:custGeom>
                  <a:avLst/>
                  <a:gdLst>
                    <a:gd name="connsiteX0" fmla="*/ 208074 w 410656"/>
                    <a:gd name="connsiteY0" fmla="*/ 28842 h 654123"/>
                    <a:gd name="connsiteX1" fmla="*/ 266911 w 410656"/>
                    <a:gd name="connsiteY1" fmla="*/ 87679 h 654123"/>
                    <a:gd name="connsiteX2" fmla="*/ 208074 w 410656"/>
                    <a:gd name="connsiteY2" fmla="*/ 146516 h 654123"/>
                    <a:gd name="connsiteX3" fmla="*/ 149237 w 410656"/>
                    <a:gd name="connsiteY3" fmla="*/ 87679 h 654123"/>
                    <a:gd name="connsiteX4" fmla="*/ 208074 w 410656"/>
                    <a:gd name="connsiteY4" fmla="*/ 28842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1 h 654123"/>
                    <a:gd name="connsiteX9" fmla="*/ 271079 w 410656"/>
                    <a:gd name="connsiteY9" fmla="*/ 160001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8842"/>
                      </a:moveTo>
                      <a:cubicBezTo>
                        <a:pt x="240569" y="28842"/>
                        <a:pt x="266911" y="55184"/>
                        <a:pt x="266911" y="87679"/>
                      </a:cubicBezTo>
                      <a:cubicBezTo>
                        <a:pt x="266911" y="120174"/>
                        <a:pt x="240569" y="146516"/>
                        <a:pt x="208074" y="146516"/>
                      </a:cubicBezTo>
                      <a:cubicBezTo>
                        <a:pt x="175579" y="146516"/>
                        <a:pt x="149237" y="120174"/>
                        <a:pt x="149237" y="87679"/>
                      </a:cubicBezTo>
                      <a:cubicBezTo>
                        <a:pt x="149237" y="55184"/>
                        <a:pt x="175579" y="28842"/>
                        <a:pt x="208074" y="28842"/>
                      </a:cubicBezTo>
                      <a:close/>
                      <a:moveTo>
                        <a:pt x="12227" y="0"/>
                      </a:moveTo>
                      <a:cubicBezTo>
                        <a:pt x="12227" y="0"/>
                        <a:pt x="16933" y="0"/>
                        <a:pt x="21640" y="0"/>
                      </a:cubicBezTo>
                      <a:cubicBezTo>
                        <a:pt x="26346" y="0"/>
                        <a:pt x="35759" y="0"/>
                        <a:pt x="40465" y="9412"/>
                      </a:cubicBezTo>
                      <a:cubicBezTo>
                        <a:pt x="40465" y="9412"/>
                        <a:pt x="40465" y="9412"/>
                        <a:pt x="139300" y="160001"/>
                      </a:cubicBezTo>
                      <a:cubicBezTo>
                        <a:pt x="139300" y="160001"/>
                        <a:pt x="139300" y="160001"/>
                        <a:pt x="271079" y="160001"/>
                      </a:cubicBezTo>
                      <a:cubicBezTo>
                        <a:pt x="271079" y="160001"/>
                        <a:pt x="271079" y="160001"/>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299"/>
                        <a:pt x="261667" y="654123"/>
                        <a:pt x="242841" y="654123"/>
                      </a:cubicBezTo>
                      <a:cubicBezTo>
                        <a:pt x="228722" y="654123"/>
                        <a:pt x="209896" y="635299"/>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299"/>
                        <a:pt x="186364" y="654123"/>
                        <a:pt x="167539" y="654123"/>
                      </a:cubicBezTo>
                      <a:cubicBezTo>
                        <a:pt x="148712" y="654123"/>
                        <a:pt x="134593" y="635299"/>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1" name="íSľiḓè"/>
                <p:cNvSpPr/>
                <p:nvPr/>
              </p:nvSpPr>
              <p:spPr bwMode="auto">
                <a:xfrm>
                  <a:off x="5702190" y="2703931"/>
                  <a:ext cx="410656" cy="654123"/>
                </a:xfrm>
                <a:custGeom>
                  <a:avLst/>
                  <a:gdLst>
                    <a:gd name="connsiteX0" fmla="*/ 208074 w 410656"/>
                    <a:gd name="connsiteY0" fmla="*/ 28842 h 654123"/>
                    <a:gd name="connsiteX1" fmla="*/ 266911 w 410656"/>
                    <a:gd name="connsiteY1" fmla="*/ 87679 h 654123"/>
                    <a:gd name="connsiteX2" fmla="*/ 208074 w 410656"/>
                    <a:gd name="connsiteY2" fmla="*/ 146516 h 654123"/>
                    <a:gd name="connsiteX3" fmla="*/ 149237 w 410656"/>
                    <a:gd name="connsiteY3" fmla="*/ 87679 h 654123"/>
                    <a:gd name="connsiteX4" fmla="*/ 208074 w 410656"/>
                    <a:gd name="connsiteY4" fmla="*/ 28842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1 h 654123"/>
                    <a:gd name="connsiteX9" fmla="*/ 271079 w 410656"/>
                    <a:gd name="connsiteY9" fmla="*/ 160001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8074" y="28842"/>
                      </a:moveTo>
                      <a:cubicBezTo>
                        <a:pt x="240569" y="28842"/>
                        <a:pt x="266911" y="55184"/>
                        <a:pt x="266911" y="87679"/>
                      </a:cubicBezTo>
                      <a:cubicBezTo>
                        <a:pt x="266911" y="120174"/>
                        <a:pt x="240569" y="146516"/>
                        <a:pt x="208074" y="146516"/>
                      </a:cubicBezTo>
                      <a:cubicBezTo>
                        <a:pt x="175579" y="146516"/>
                        <a:pt x="149237" y="120174"/>
                        <a:pt x="149237" y="87679"/>
                      </a:cubicBezTo>
                      <a:cubicBezTo>
                        <a:pt x="149237" y="55184"/>
                        <a:pt x="175579" y="28842"/>
                        <a:pt x="208074" y="28842"/>
                      </a:cubicBezTo>
                      <a:close/>
                      <a:moveTo>
                        <a:pt x="12227" y="0"/>
                      </a:moveTo>
                      <a:cubicBezTo>
                        <a:pt x="12227" y="0"/>
                        <a:pt x="16933" y="0"/>
                        <a:pt x="21640" y="0"/>
                      </a:cubicBezTo>
                      <a:cubicBezTo>
                        <a:pt x="26346" y="0"/>
                        <a:pt x="35759" y="0"/>
                        <a:pt x="40465" y="9412"/>
                      </a:cubicBezTo>
                      <a:cubicBezTo>
                        <a:pt x="40465" y="9412"/>
                        <a:pt x="40465" y="9412"/>
                        <a:pt x="139300" y="160001"/>
                      </a:cubicBezTo>
                      <a:cubicBezTo>
                        <a:pt x="139300" y="160001"/>
                        <a:pt x="139300" y="160001"/>
                        <a:pt x="271079" y="160001"/>
                      </a:cubicBezTo>
                      <a:cubicBezTo>
                        <a:pt x="271079" y="160001"/>
                        <a:pt x="271079" y="160001"/>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299"/>
                        <a:pt x="261667" y="654123"/>
                        <a:pt x="242841" y="654123"/>
                      </a:cubicBezTo>
                      <a:cubicBezTo>
                        <a:pt x="228722" y="654123"/>
                        <a:pt x="209896" y="635299"/>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299"/>
                        <a:pt x="186364" y="654123"/>
                        <a:pt x="167539" y="654123"/>
                      </a:cubicBezTo>
                      <a:cubicBezTo>
                        <a:pt x="148712" y="654123"/>
                        <a:pt x="134593" y="635299"/>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2" name="ïŝḻidé"/>
                <p:cNvSpPr/>
                <p:nvPr/>
              </p:nvSpPr>
              <p:spPr bwMode="auto">
                <a:xfrm>
                  <a:off x="6079436" y="2703931"/>
                  <a:ext cx="410656" cy="654123"/>
                </a:xfrm>
                <a:custGeom>
                  <a:avLst/>
                  <a:gdLst>
                    <a:gd name="connsiteX0" fmla="*/ 206920 w 410656"/>
                    <a:gd name="connsiteY0" fmla="*/ 28842 h 654123"/>
                    <a:gd name="connsiteX1" fmla="*/ 265757 w 410656"/>
                    <a:gd name="connsiteY1" fmla="*/ 87679 h 654123"/>
                    <a:gd name="connsiteX2" fmla="*/ 206920 w 410656"/>
                    <a:gd name="connsiteY2" fmla="*/ 146516 h 654123"/>
                    <a:gd name="connsiteX3" fmla="*/ 148083 w 410656"/>
                    <a:gd name="connsiteY3" fmla="*/ 87679 h 654123"/>
                    <a:gd name="connsiteX4" fmla="*/ 206920 w 410656"/>
                    <a:gd name="connsiteY4" fmla="*/ 28842 h 654123"/>
                    <a:gd name="connsiteX5" fmla="*/ 12227 w 410656"/>
                    <a:gd name="connsiteY5" fmla="*/ 0 h 654123"/>
                    <a:gd name="connsiteX6" fmla="*/ 21640 w 410656"/>
                    <a:gd name="connsiteY6" fmla="*/ 0 h 654123"/>
                    <a:gd name="connsiteX7" fmla="*/ 40465 w 410656"/>
                    <a:gd name="connsiteY7" fmla="*/ 9412 h 654123"/>
                    <a:gd name="connsiteX8" fmla="*/ 139300 w 410656"/>
                    <a:gd name="connsiteY8" fmla="*/ 160001 h 654123"/>
                    <a:gd name="connsiteX9" fmla="*/ 271079 w 410656"/>
                    <a:gd name="connsiteY9" fmla="*/ 160001 h 654123"/>
                    <a:gd name="connsiteX10" fmla="*/ 374620 w 410656"/>
                    <a:gd name="connsiteY10" fmla="*/ 9412 h 654123"/>
                    <a:gd name="connsiteX11" fmla="*/ 388739 w 410656"/>
                    <a:gd name="connsiteY11" fmla="*/ 0 h 654123"/>
                    <a:gd name="connsiteX12" fmla="*/ 402858 w 410656"/>
                    <a:gd name="connsiteY12" fmla="*/ 0 h 654123"/>
                    <a:gd name="connsiteX13" fmla="*/ 407565 w 410656"/>
                    <a:gd name="connsiteY13" fmla="*/ 32942 h 654123"/>
                    <a:gd name="connsiteX14" fmla="*/ 299318 w 410656"/>
                    <a:gd name="connsiteY14" fmla="*/ 192943 h 654123"/>
                    <a:gd name="connsiteX15" fmla="*/ 285198 w 410656"/>
                    <a:gd name="connsiteY15" fmla="*/ 202355 h 654123"/>
                    <a:gd name="connsiteX16" fmla="*/ 275786 w 410656"/>
                    <a:gd name="connsiteY16" fmla="*/ 202355 h 654123"/>
                    <a:gd name="connsiteX17" fmla="*/ 275786 w 410656"/>
                    <a:gd name="connsiteY17" fmla="*/ 621182 h 654123"/>
                    <a:gd name="connsiteX18" fmla="*/ 242841 w 410656"/>
                    <a:gd name="connsiteY18" fmla="*/ 654123 h 654123"/>
                    <a:gd name="connsiteX19" fmla="*/ 209896 w 410656"/>
                    <a:gd name="connsiteY19" fmla="*/ 621182 h 654123"/>
                    <a:gd name="connsiteX20" fmla="*/ 209896 w 410656"/>
                    <a:gd name="connsiteY20" fmla="*/ 381180 h 654123"/>
                    <a:gd name="connsiteX21" fmla="*/ 200483 w 410656"/>
                    <a:gd name="connsiteY21" fmla="*/ 381180 h 654123"/>
                    <a:gd name="connsiteX22" fmla="*/ 200483 w 410656"/>
                    <a:gd name="connsiteY22" fmla="*/ 621182 h 654123"/>
                    <a:gd name="connsiteX23" fmla="*/ 167539 w 410656"/>
                    <a:gd name="connsiteY23" fmla="*/ 654123 h 654123"/>
                    <a:gd name="connsiteX24" fmla="*/ 134593 w 410656"/>
                    <a:gd name="connsiteY24" fmla="*/ 621182 h 654123"/>
                    <a:gd name="connsiteX25" fmla="*/ 134593 w 410656"/>
                    <a:gd name="connsiteY25" fmla="*/ 202355 h 654123"/>
                    <a:gd name="connsiteX26" fmla="*/ 129887 w 410656"/>
                    <a:gd name="connsiteY26" fmla="*/ 202355 h 654123"/>
                    <a:gd name="connsiteX27" fmla="*/ 111061 w 410656"/>
                    <a:gd name="connsiteY27" fmla="*/ 192943 h 654123"/>
                    <a:gd name="connsiteX28" fmla="*/ 2814 w 410656"/>
                    <a:gd name="connsiteY28" fmla="*/ 32942 h 654123"/>
                    <a:gd name="connsiteX29" fmla="*/ 12227 w 410656"/>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6" h="654123">
                      <a:moveTo>
                        <a:pt x="206920" y="28842"/>
                      </a:moveTo>
                      <a:cubicBezTo>
                        <a:pt x="239415" y="28842"/>
                        <a:pt x="265757" y="55184"/>
                        <a:pt x="265757" y="87679"/>
                      </a:cubicBezTo>
                      <a:cubicBezTo>
                        <a:pt x="265757" y="120174"/>
                        <a:pt x="239415" y="146516"/>
                        <a:pt x="206920" y="146516"/>
                      </a:cubicBezTo>
                      <a:cubicBezTo>
                        <a:pt x="174425" y="146516"/>
                        <a:pt x="148083" y="120174"/>
                        <a:pt x="148083" y="87679"/>
                      </a:cubicBezTo>
                      <a:cubicBezTo>
                        <a:pt x="148083" y="55184"/>
                        <a:pt x="174425" y="28842"/>
                        <a:pt x="206920" y="28842"/>
                      </a:cubicBezTo>
                      <a:close/>
                      <a:moveTo>
                        <a:pt x="12227" y="0"/>
                      </a:moveTo>
                      <a:cubicBezTo>
                        <a:pt x="12227" y="0"/>
                        <a:pt x="16933" y="0"/>
                        <a:pt x="21640" y="0"/>
                      </a:cubicBezTo>
                      <a:cubicBezTo>
                        <a:pt x="26346" y="0"/>
                        <a:pt x="35759" y="0"/>
                        <a:pt x="40465" y="9412"/>
                      </a:cubicBezTo>
                      <a:cubicBezTo>
                        <a:pt x="40465" y="9412"/>
                        <a:pt x="40465" y="9412"/>
                        <a:pt x="139300" y="160001"/>
                      </a:cubicBezTo>
                      <a:cubicBezTo>
                        <a:pt x="139300" y="160001"/>
                        <a:pt x="139300" y="160001"/>
                        <a:pt x="271079" y="160001"/>
                      </a:cubicBezTo>
                      <a:cubicBezTo>
                        <a:pt x="271079" y="160001"/>
                        <a:pt x="271079" y="160001"/>
                        <a:pt x="374620" y="9412"/>
                      </a:cubicBezTo>
                      <a:cubicBezTo>
                        <a:pt x="374620" y="0"/>
                        <a:pt x="384033" y="0"/>
                        <a:pt x="388739" y="0"/>
                      </a:cubicBezTo>
                      <a:cubicBezTo>
                        <a:pt x="393446" y="0"/>
                        <a:pt x="398152" y="0"/>
                        <a:pt x="402858" y="0"/>
                      </a:cubicBezTo>
                      <a:cubicBezTo>
                        <a:pt x="412271" y="9412"/>
                        <a:pt x="412271" y="23529"/>
                        <a:pt x="407565" y="32942"/>
                      </a:cubicBezTo>
                      <a:cubicBezTo>
                        <a:pt x="407565" y="32942"/>
                        <a:pt x="407565" y="32942"/>
                        <a:pt x="299318" y="192943"/>
                      </a:cubicBezTo>
                      <a:cubicBezTo>
                        <a:pt x="294611" y="197649"/>
                        <a:pt x="289905" y="202355"/>
                        <a:pt x="285198" y="202355"/>
                      </a:cubicBezTo>
                      <a:cubicBezTo>
                        <a:pt x="285198" y="202355"/>
                        <a:pt x="285198" y="202355"/>
                        <a:pt x="275786" y="202355"/>
                      </a:cubicBezTo>
                      <a:cubicBezTo>
                        <a:pt x="275786" y="202355"/>
                        <a:pt x="275786" y="202355"/>
                        <a:pt x="275786" y="621182"/>
                      </a:cubicBezTo>
                      <a:cubicBezTo>
                        <a:pt x="275786" y="635299"/>
                        <a:pt x="261667" y="654123"/>
                        <a:pt x="242841" y="654123"/>
                      </a:cubicBezTo>
                      <a:cubicBezTo>
                        <a:pt x="228722" y="654123"/>
                        <a:pt x="209896" y="635299"/>
                        <a:pt x="209896" y="621182"/>
                      </a:cubicBezTo>
                      <a:cubicBezTo>
                        <a:pt x="209896" y="621182"/>
                        <a:pt x="209896" y="621182"/>
                        <a:pt x="209896" y="381180"/>
                      </a:cubicBezTo>
                      <a:cubicBezTo>
                        <a:pt x="209896" y="381180"/>
                        <a:pt x="209896" y="381180"/>
                        <a:pt x="200483" y="381180"/>
                      </a:cubicBezTo>
                      <a:cubicBezTo>
                        <a:pt x="200483" y="381180"/>
                        <a:pt x="200483" y="381180"/>
                        <a:pt x="200483" y="621182"/>
                      </a:cubicBezTo>
                      <a:cubicBezTo>
                        <a:pt x="200483" y="635299"/>
                        <a:pt x="186364" y="654123"/>
                        <a:pt x="167539" y="654123"/>
                      </a:cubicBezTo>
                      <a:cubicBezTo>
                        <a:pt x="148713" y="654123"/>
                        <a:pt x="134593" y="635299"/>
                        <a:pt x="134593" y="621182"/>
                      </a:cubicBezTo>
                      <a:cubicBezTo>
                        <a:pt x="134593" y="621182"/>
                        <a:pt x="134593" y="621182"/>
                        <a:pt x="134593" y="202355"/>
                      </a:cubicBezTo>
                      <a:cubicBezTo>
                        <a:pt x="134593" y="202355"/>
                        <a:pt x="134593" y="202355"/>
                        <a:pt x="129887" y="202355"/>
                      </a:cubicBezTo>
                      <a:cubicBezTo>
                        <a:pt x="120474" y="202355"/>
                        <a:pt x="115768" y="197649"/>
                        <a:pt x="111061" y="192943"/>
                      </a:cubicBezTo>
                      <a:cubicBezTo>
                        <a:pt x="111061" y="192943"/>
                        <a:pt x="111061" y="192943"/>
                        <a:pt x="2814" y="32942"/>
                      </a:cubicBezTo>
                      <a:cubicBezTo>
                        <a:pt x="-1892" y="23529"/>
                        <a:pt x="-1892" y="9412"/>
                        <a:pt x="122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sp>
              <p:nvSpPr>
                <p:cNvPr id="33" name="ïṩļiďè"/>
                <p:cNvSpPr/>
                <p:nvPr/>
              </p:nvSpPr>
              <p:spPr bwMode="auto">
                <a:xfrm>
                  <a:off x="6455528" y="2703931"/>
                  <a:ext cx="410657" cy="654123"/>
                </a:xfrm>
                <a:custGeom>
                  <a:avLst/>
                  <a:gdLst>
                    <a:gd name="connsiteX0" fmla="*/ 206921 w 410657"/>
                    <a:gd name="connsiteY0" fmla="*/ 28842 h 654123"/>
                    <a:gd name="connsiteX1" fmla="*/ 265758 w 410657"/>
                    <a:gd name="connsiteY1" fmla="*/ 87679 h 654123"/>
                    <a:gd name="connsiteX2" fmla="*/ 206921 w 410657"/>
                    <a:gd name="connsiteY2" fmla="*/ 146516 h 654123"/>
                    <a:gd name="connsiteX3" fmla="*/ 148084 w 410657"/>
                    <a:gd name="connsiteY3" fmla="*/ 87679 h 654123"/>
                    <a:gd name="connsiteX4" fmla="*/ 206921 w 410657"/>
                    <a:gd name="connsiteY4" fmla="*/ 28842 h 654123"/>
                    <a:gd name="connsiteX5" fmla="*/ 12228 w 410657"/>
                    <a:gd name="connsiteY5" fmla="*/ 0 h 654123"/>
                    <a:gd name="connsiteX6" fmla="*/ 21641 w 410657"/>
                    <a:gd name="connsiteY6" fmla="*/ 0 h 654123"/>
                    <a:gd name="connsiteX7" fmla="*/ 40467 w 410657"/>
                    <a:gd name="connsiteY7" fmla="*/ 9412 h 654123"/>
                    <a:gd name="connsiteX8" fmla="*/ 139301 w 410657"/>
                    <a:gd name="connsiteY8" fmla="*/ 160001 h 654123"/>
                    <a:gd name="connsiteX9" fmla="*/ 271080 w 410657"/>
                    <a:gd name="connsiteY9" fmla="*/ 160001 h 654123"/>
                    <a:gd name="connsiteX10" fmla="*/ 374621 w 410657"/>
                    <a:gd name="connsiteY10" fmla="*/ 9412 h 654123"/>
                    <a:gd name="connsiteX11" fmla="*/ 388740 w 410657"/>
                    <a:gd name="connsiteY11" fmla="*/ 0 h 654123"/>
                    <a:gd name="connsiteX12" fmla="*/ 402859 w 410657"/>
                    <a:gd name="connsiteY12" fmla="*/ 0 h 654123"/>
                    <a:gd name="connsiteX13" fmla="*/ 407566 w 410657"/>
                    <a:gd name="connsiteY13" fmla="*/ 32942 h 654123"/>
                    <a:gd name="connsiteX14" fmla="*/ 299319 w 410657"/>
                    <a:gd name="connsiteY14" fmla="*/ 192943 h 654123"/>
                    <a:gd name="connsiteX15" fmla="*/ 285199 w 410657"/>
                    <a:gd name="connsiteY15" fmla="*/ 202355 h 654123"/>
                    <a:gd name="connsiteX16" fmla="*/ 275787 w 410657"/>
                    <a:gd name="connsiteY16" fmla="*/ 202355 h 654123"/>
                    <a:gd name="connsiteX17" fmla="*/ 275787 w 410657"/>
                    <a:gd name="connsiteY17" fmla="*/ 621182 h 654123"/>
                    <a:gd name="connsiteX18" fmla="*/ 242842 w 410657"/>
                    <a:gd name="connsiteY18" fmla="*/ 654123 h 654123"/>
                    <a:gd name="connsiteX19" fmla="*/ 209897 w 410657"/>
                    <a:gd name="connsiteY19" fmla="*/ 621182 h 654123"/>
                    <a:gd name="connsiteX20" fmla="*/ 209897 w 410657"/>
                    <a:gd name="connsiteY20" fmla="*/ 381180 h 654123"/>
                    <a:gd name="connsiteX21" fmla="*/ 200484 w 410657"/>
                    <a:gd name="connsiteY21" fmla="*/ 381180 h 654123"/>
                    <a:gd name="connsiteX22" fmla="*/ 200484 w 410657"/>
                    <a:gd name="connsiteY22" fmla="*/ 621182 h 654123"/>
                    <a:gd name="connsiteX23" fmla="*/ 167540 w 410657"/>
                    <a:gd name="connsiteY23" fmla="*/ 654123 h 654123"/>
                    <a:gd name="connsiteX24" fmla="*/ 134595 w 410657"/>
                    <a:gd name="connsiteY24" fmla="*/ 621182 h 654123"/>
                    <a:gd name="connsiteX25" fmla="*/ 134595 w 410657"/>
                    <a:gd name="connsiteY25" fmla="*/ 202355 h 654123"/>
                    <a:gd name="connsiteX26" fmla="*/ 129888 w 410657"/>
                    <a:gd name="connsiteY26" fmla="*/ 202355 h 654123"/>
                    <a:gd name="connsiteX27" fmla="*/ 111063 w 410657"/>
                    <a:gd name="connsiteY27" fmla="*/ 192943 h 654123"/>
                    <a:gd name="connsiteX28" fmla="*/ 2816 w 410657"/>
                    <a:gd name="connsiteY28" fmla="*/ 32942 h 654123"/>
                    <a:gd name="connsiteX29" fmla="*/ 12228 w 410657"/>
                    <a:gd name="connsiteY29" fmla="*/ 0 h 65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657" h="654123">
                      <a:moveTo>
                        <a:pt x="206921" y="28842"/>
                      </a:moveTo>
                      <a:cubicBezTo>
                        <a:pt x="239416" y="28842"/>
                        <a:pt x="265758" y="55184"/>
                        <a:pt x="265758" y="87679"/>
                      </a:cubicBezTo>
                      <a:cubicBezTo>
                        <a:pt x="265758" y="120174"/>
                        <a:pt x="239416" y="146516"/>
                        <a:pt x="206921" y="146516"/>
                      </a:cubicBezTo>
                      <a:cubicBezTo>
                        <a:pt x="174426" y="146516"/>
                        <a:pt x="148084" y="120174"/>
                        <a:pt x="148084" y="87679"/>
                      </a:cubicBezTo>
                      <a:cubicBezTo>
                        <a:pt x="148084" y="55184"/>
                        <a:pt x="174426" y="28842"/>
                        <a:pt x="206921" y="28842"/>
                      </a:cubicBezTo>
                      <a:close/>
                      <a:moveTo>
                        <a:pt x="12228" y="0"/>
                      </a:moveTo>
                      <a:cubicBezTo>
                        <a:pt x="12228" y="0"/>
                        <a:pt x="16935" y="0"/>
                        <a:pt x="21641" y="0"/>
                      </a:cubicBezTo>
                      <a:cubicBezTo>
                        <a:pt x="26348" y="0"/>
                        <a:pt x="35760" y="0"/>
                        <a:pt x="40467" y="9412"/>
                      </a:cubicBezTo>
                      <a:cubicBezTo>
                        <a:pt x="40467" y="9412"/>
                        <a:pt x="40467" y="9412"/>
                        <a:pt x="139301" y="160001"/>
                      </a:cubicBezTo>
                      <a:cubicBezTo>
                        <a:pt x="139301" y="160001"/>
                        <a:pt x="139301" y="160001"/>
                        <a:pt x="271080" y="160001"/>
                      </a:cubicBezTo>
                      <a:cubicBezTo>
                        <a:pt x="271080" y="160001"/>
                        <a:pt x="271080" y="160001"/>
                        <a:pt x="374621" y="9412"/>
                      </a:cubicBezTo>
                      <a:cubicBezTo>
                        <a:pt x="374621" y="0"/>
                        <a:pt x="384034" y="0"/>
                        <a:pt x="388740" y="0"/>
                      </a:cubicBezTo>
                      <a:cubicBezTo>
                        <a:pt x="393447" y="0"/>
                        <a:pt x="398153" y="0"/>
                        <a:pt x="402859" y="0"/>
                      </a:cubicBezTo>
                      <a:cubicBezTo>
                        <a:pt x="412272" y="9412"/>
                        <a:pt x="412272" y="23530"/>
                        <a:pt x="407566" y="32942"/>
                      </a:cubicBezTo>
                      <a:cubicBezTo>
                        <a:pt x="407566" y="32942"/>
                        <a:pt x="407566" y="32942"/>
                        <a:pt x="299319" y="192943"/>
                      </a:cubicBezTo>
                      <a:cubicBezTo>
                        <a:pt x="294612" y="197649"/>
                        <a:pt x="289906" y="202355"/>
                        <a:pt x="285199" y="202355"/>
                      </a:cubicBezTo>
                      <a:cubicBezTo>
                        <a:pt x="285199" y="202355"/>
                        <a:pt x="285199" y="202355"/>
                        <a:pt x="275787" y="202355"/>
                      </a:cubicBezTo>
                      <a:cubicBezTo>
                        <a:pt x="275787" y="202355"/>
                        <a:pt x="275787" y="202355"/>
                        <a:pt x="275787" y="621182"/>
                      </a:cubicBezTo>
                      <a:cubicBezTo>
                        <a:pt x="275787" y="635299"/>
                        <a:pt x="261668" y="654123"/>
                        <a:pt x="242842" y="654123"/>
                      </a:cubicBezTo>
                      <a:cubicBezTo>
                        <a:pt x="228723" y="654123"/>
                        <a:pt x="209897" y="635299"/>
                        <a:pt x="209897" y="621182"/>
                      </a:cubicBezTo>
                      <a:cubicBezTo>
                        <a:pt x="209897" y="621182"/>
                        <a:pt x="209897" y="621182"/>
                        <a:pt x="209897" y="381180"/>
                      </a:cubicBezTo>
                      <a:cubicBezTo>
                        <a:pt x="209897" y="381180"/>
                        <a:pt x="209897" y="381180"/>
                        <a:pt x="200484" y="381180"/>
                      </a:cubicBezTo>
                      <a:cubicBezTo>
                        <a:pt x="200484" y="381180"/>
                        <a:pt x="200484" y="381180"/>
                        <a:pt x="200484" y="621182"/>
                      </a:cubicBezTo>
                      <a:cubicBezTo>
                        <a:pt x="200484" y="635299"/>
                        <a:pt x="186365" y="654123"/>
                        <a:pt x="167540" y="654123"/>
                      </a:cubicBezTo>
                      <a:cubicBezTo>
                        <a:pt x="148714" y="654123"/>
                        <a:pt x="134595" y="635299"/>
                        <a:pt x="134595" y="621182"/>
                      </a:cubicBezTo>
                      <a:cubicBezTo>
                        <a:pt x="134595" y="621182"/>
                        <a:pt x="134595" y="621182"/>
                        <a:pt x="134595" y="202355"/>
                      </a:cubicBezTo>
                      <a:cubicBezTo>
                        <a:pt x="134595" y="202355"/>
                        <a:pt x="134595" y="202355"/>
                        <a:pt x="129888" y="202355"/>
                      </a:cubicBezTo>
                      <a:cubicBezTo>
                        <a:pt x="120476" y="202355"/>
                        <a:pt x="115769" y="197649"/>
                        <a:pt x="111063" y="192943"/>
                      </a:cubicBezTo>
                      <a:cubicBezTo>
                        <a:pt x="111063" y="192943"/>
                        <a:pt x="111063" y="192943"/>
                        <a:pt x="2816" y="32942"/>
                      </a:cubicBezTo>
                      <a:cubicBezTo>
                        <a:pt x="-1891" y="23530"/>
                        <a:pt x="-1891" y="9412"/>
                        <a:pt x="122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sz="1350"/>
                </a:p>
              </p:txBody>
            </p:sp>
          </p:grpSp>
        </p:grpSp>
        <p:grpSp>
          <p:nvGrpSpPr>
            <p:cNvPr id="7" name="iṣliḍè"/>
            <p:cNvGrpSpPr/>
            <p:nvPr/>
          </p:nvGrpSpPr>
          <p:grpSpPr>
            <a:xfrm>
              <a:off x="669925" y="1678771"/>
              <a:ext cx="3279073" cy="685800"/>
              <a:chOff x="669925" y="1924050"/>
              <a:chExt cx="3279073" cy="685800"/>
            </a:xfrm>
          </p:grpSpPr>
          <p:sp>
            <p:nvSpPr>
              <p:cNvPr id="22" name="ïşļiḓè"/>
              <p:cNvSpPr txBox="1"/>
              <p:nvPr/>
            </p:nvSpPr>
            <p:spPr>
              <a:xfrm>
                <a:off x="1581149" y="2119054"/>
                <a:ext cx="2367849" cy="374391"/>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1600" b="1" dirty="0"/>
                  <a:t>…</a:t>
                </a:r>
                <a:r>
                  <a:rPr lang="zh-CN" altLang="en-US" sz="1600" b="1" dirty="0"/>
                  <a:t>文本</a:t>
                </a:r>
                <a:endParaRPr lang="id-ID" sz="1600" b="1" dirty="0"/>
              </a:p>
            </p:txBody>
          </p:sp>
          <p:sp>
            <p:nvSpPr>
              <p:cNvPr id="23" name="isḻîḓé"/>
              <p:cNvSpPr/>
              <p:nvPr/>
            </p:nvSpPr>
            <p:spPr bwMode="auto">
              <a:xfrm>
                <a:off x="669925" y="2079579"/>
                <a:ext cx="454025" cy="453339"/>
              </a:xfrm>
              <a:custGeom>
                <a:avLst/>
                <a:gdLst>
                  <a:gd name="T0" fmla="*/ 3413 w 6827"/>
                  <a:gd name="T1" fmla="*/ 0 h 6827"/>
                  <a:gd name="T2" fmla="*/ 0 w 6827"/>
                  <a:gd name="T3" fmla="*/ 3413 h 6827"/>
                  <a:gd name="T4" fmla="*/ 3413 w 6827"/>
                  <a:gd name="T5" fmla="*/ 6827 h 6827"/>
                  <a:gd name="T6" fmla="*/ 6827 w 6827"/>
                  <a:gd name="T7" fmla="*/ 3413 h 6827"/>
                  <a:gd name="T8" fmla="*/ 2371 w 6827"/>
                  <a:gd name="T9" fmla="*/ 605 h 6827"/>
                  <a:gd name="T10" fmla="*/ 1626 w 6827"/>
                  <a:gd name="T11" fmla="*/ 1011 h 6827"/>
                  <a:gd name="T12" fmla="*/ 1303 w 6827"/>
                  <a:gd name="T13" fmla="*/ 1290 h 6827"/>
                  <a:gd name="T14" fmla="*/ 1605 w 6827"/>
                  <a:gd name="T15" fmla="*/ 3204 h 6827"/>
                  <a:gd name="T16" fmla="*/ 1303 w 6827"/>
                  <a:gd name="T17" fmla="*/ 1290 h 6827"/>
                  <a:gd name="T18" fmla="*/ 1605 w 6827"/>
                  <a:gd name="T19" fmla="*/ 3622 h 6827"/>
                  <a:gd name="T20" fmla="*/ 1303 w 6827"/>
                  <a:gd name="T21" fmla="*/ 5537 h 6827"/>
                  <a:gd name="T22" fmla="*/ 1626 w 6827"/>
                  <a:gd name="T23" fmla="*/ 5816 h 6827"/>
                  <a:gd name="T24" fmla="*/ 2371 w 6827"/>
                  <a:gd name="T25" fmla="*/ 6222 h 6827"/>
                  <a:gd name="T26" fmla="*/ 3204 w 6827"/>
                  <a:gd name="T27" fmla="*/ 6371 h 6827"/>
                  <a:gd name="T28" fmla="*/ 2385 w 6827"/>
                  <a:gd name="T29" fmla="*/ 5407 h 6827"/>
                  <a:gd name="T30" fmla="*/ 3204 w 6827"/>
                  <a:gd name="T31" fmla="*/ 6371 h 6827"/>
                  <a:gd name="T32" fmla="*/ 2242 w 6827"/>
                  <a:gd name="T33" fmla="*/ 5014 h 6827"/>
                  <a:gd name="T34" fmla="*/ 3204 w 6827"/>
                  <a:gd name="T35" fmla="*/ 3622 h 6827"/>
                  <a:gd name="T36" fmla="*/ 3204 w 6827"/>
                  <a:gd name="T37" fmla="*/ 3204 h 6827"/>
                  <a:gd name="T38" fmla="*/ 2242 w 6827"/>
                  <a:gd name="T39" fmla="*/ 1813 h 6827"/>
                  <a:gd name="T40" fmla="*/ 3204 w 6827"/>
                  <a:gd name="T41" fmla="*/ 3204 h 6827"/>
                  <a:gd name="T42" fmla="*/ 2385 w 6827"/>
                  <a:gd name="T43" fmla="*/ 1420 h 6827"/>
                  <a:gd name="T44" fmla="*/ 3204 w 6827"/>
                  <a:gd name="T45" fmla="*/ 455 h 6827"/>
                  <a:gd name="T46" fmla="*/ 6401 w 6827"/>
                  <a:gd name="T47" fmla="*/ 3204 h 6827"/>
                  <a:gd name="T48" fmla="*/ 4970 w 6827"/>
                  <a:gd name="T49" fmla="*/ 1645 h 6827"/>
                  <a:gd name="T50" fmla="*/ 6401 w 6827"/>
                  <a:gd name="T51" fmla="*/ 3204 h 6827"/>
                  <a:gd name="T52" fmla="*/ 4824 w 6827"/>
                  <a:gd name="T53" fmla="*/ 1249 h 6827"/>
                  <a:gd name="T54" fmla="*/ 5200 w 6827"/>
                  <a:gd name="T55" fmla="*/ 1011 h 6827"/>
                  <a:gd name="T56" fmla="*/ 4359 w 6827"/>
                  <a:gd name="T57" fmla="*/ 1241 h 6827"/>
                  <a:gd name="T58" fmla="*/ 3622 w 6827"/>
                  <a:gd name="T59" fmla="*/ 1595 h 6827"/>
                  <a:gd name="T60" fmla="*/ 3622 w 6827"/>
                  <a:gd name="T61" fmla="*/ 2014 h 6827"/>
                  <a:gd name="T62" fmla="*/ 4803 w 6827"/>
                  <a:gd name="T63" fmla="*/ 3204 h 6827"/>
                  <a:gd name="T64" fmla="*/ 3622 w 6827"/>
                  <a:gd name="T65" fmla="*/ 2014 h 6827"/>
                  <a:gd name="T66" fmla="*/ 4803 w 6827"/>
                  <a:gd name="T67" fmla="*/ 3622 h 6827"/>
                  <a:gd name="T68" fmla="*/ 3622 w 6827"/>
                  <a:gd name="T69" fmla="*/ 4813 h 6827"/>
                  <a:gd name="T70" fmla="*/ 4359 w 6827"/>
                  <a:gd name="T71" fmla="*/ 5586 h 6827"/>
                  <a:gd name="T72" fmla="*/ 3622 w 6827"/>
                  <a:gd name="T73" fmla="*/ 5232 h 6827"/>
                  <a:gd name="T74" fmla="*/ 4359 w 6827"/>
                  <a:gd name="T75" fmla="*/ 5586 h 6827"/>
                  <a:gd name="T76" fmla="*/ 4824 w 6827"/>
                  <a:gd name="T77" fmla="*/ 5577 h 6827"/>
                  <a:gd name="T78" fmla="*/ 4456 w 6827"/>
                  <a:gd name="T79" fmla="*/ 6222 h 6827"/>
                  <a:gd name="T80" fmla="*/ 4970 w 6827"/>
                  <a:gd name="T81" fmla="*/ 5182 h 6827"/>
                  <a:gd name="T82" fmla="*/ 6401 w 6827"/>
                  <a:gd name="T83" fmla="*/ 3622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7" h="6827">
                    <a:moveTo>
                      <a:pt x="5827" y="1000"/>
                    </a:moveTo>
                    <a:cubicBezTo>
                      <a:pt x="5182" y="355"/>
                      <a:pt x="4325" y="0"/>
                      <a:pt x="3413" y="0"/>
                    </a:cubicBezTo>
                    <a:cubicBezTo>
                      <a:pt x="2502" y="0"/>
                      <a:pt x="1644" y="355"/>
                      <a:pt x="1000" y="1000"/>
                    </a:cubicBezTo>
                    <a:cubicBezTo>
                      <a:pt x="355" y="1644"/>
                      <a:pt x="0" y="2502"/>
                      <a:pt x="0" y="3413"/>
                    </a:cubicBezTo>
                    <a:cubicBezTo>
                      <a:pt x="0" y="4325"/>
                      <a:pt x="355" y="5182"/>
                      <a:pt x="1000" y="5827"/>
                    </a:cubicBezTo>
                    <a:cubicBezTo>
                      <a:pt x="1644" y="6472"/>
                      <a:pt x="2502" y="6827"/>
                      <a:pt x="3413" y="6827"/>
                    </a:cubicBezTo>
                    <a:cubicBezTo>
                      <a:pt x="4325" y="6827"/>
                      <a:pt x="5182" y="6472"/>
                      <a:pt x="5827" y="5827"/>
                    </a:cubicBezTo>
                    <a:cubicBezTo>
                      <a:pt x="6472" y="5182"/>
                      <a:pt x="6827" y="4325"/>
                      <a:pt x="6827" y="3413"/>
                    </a:cubicBezTo>
                    <a:cubicBezTo>
                      <a:pt x="6827" y="2502"/>
                      <a:pt x="6472" y="1644"/>
                      <a:pt x="5827" y="1000"/>
                    </a:cubicBezTo>
                    <a:close/>
                    <a:moveTo>
                      <a:pt x="2371" y="605"/>
                    </a:moveTo>
                    <a:cubicBezTo>
                      <a:pt x="2232" y="786"/>
                      <a:pt x="2108" y="1003"/>
                      <a:pt x="2003" y="1249"/>
                    </a:cubicBezTo>
                    <a:cubicBezTo>
                      <a:pt x="1872" y="1180"/>
                      <a:pt x="1746" y="1100"/>
                      <a:pt x="1626" y="1011"/>
                    </a:cubicBezTo>
                    <a:cubicBezTo>
                      <a:pt x="1852" y="842"/>
                      <a:pt x="2103" y="705"/>
                      <a:pt x="2371" y="605"/>
                    </a:cubicBezTo>
                    <a:close/>
                    <a:moveTo>
                      <a:pt x="1303" y="1290"/>
                    </a:moveTo>
                    <a:cubicBezTo>
                      <a:pt x="1477" y="1426"/>
                      <a:pt x="1662" y="1545"/>
                      <a:pt x="1856" y="1645"/>
                    </a:cubicBezTo>
                    <a:cubicBezTo>
                      <a:pt x="1712" y="2102"/>
                      <a:pt x="1623" y="2632"/>
                      <a:pt x="1605" y="3204"/>
                    </a:cubicBezTo>
                    <a:lnTo>
                      <a:pt x="425" y="3204"/>
                    </a:lnTo>
                    <a:cubicBezTo>
                      <a:pt x="477" y="2458"/>
                      <a:pt x="803" y="1786"/>
                      <a:pt x="1303" y="1290"/>
                    </a:cubicBezTo>
                    <a:close/>
                    <a:moveTo>
                      <a:pt x="425" y="3622"/>
                    </a:moveTo>
                    <a:lnTo>
                      <a:pt x="1605" y="3622"/>
                    </a:lnTo>
                    <a:cubicBezTo>
                      <a:pt x="1623" y="4194"/>
                      <a:pt x="1712" y="4724"/>
                      <a:pt x="1856" y="5182"/>
                    </a:cubicBezTo>
                    <a:cubicBezTo>
                      <a:pt x="1662" y="5282"/>
                      <a:pt x="1477" y="5400"/>
                      <a:pt x="1303" y="5537"/>
                    </a:cubicBezTo>
                    <a:cubicBezTo>
                      <a:pt x="803" y="5040"/>
                      <a:pt x="477" y="4368"/>
                      <a:pt x="425" y="3622"/>
                    </a:cubicBezTo>
                    <a:close/>
                    <a:moveTo>
                      <a:pt x="1626" y="5816"/>
                    </a:moveTo>
                    <a:cubicBezTo>
                      <a:pt x="1746" y="5727"/>
                      <a:pt x="1872" y="5647"/>
                      <a:pt x="2003" y="5577"/>
                    </a:cubicBezTo>
                    <a:cubicBezTo>
                      <a:pt x="2108" y="5824"/>
                      <a:pt x="2232" y="6040"/>
                      <a:pt x="2371" y="6222"/>
                    </a:cubicBezTo>
                    <a:cubicBezTo>
                      <a:pt x="2103" y="6122"/>
                      <a:pt x="1852" y="5984"/>
                      <a:pt x="1626" y="5816"/>
                    </a:cubicBezTo>
                    <a:close/>
                    <a:moveTo>
                      <a:pt x="3204" y="6371"/>
                    </a:moveTo>
                    <a:cubicBezTo>
                      <a:pt x="2936" y="6276"/>
                      <a:pt x="2675" y="6001"/>
                      <a:pt x="2467" y="5586"/>
                    </a:cubicBezTo>
                    <a:cubicBezTo>
                      <a:pt x="2438" y="5528"/>
                      <a:pt x="2411" y="5468"/>
                      <a:pt x="2385" y="5407"/>
                    </a:cubicBezTo>
                    <a:cubicBezTo>
                      <a:pt x="2647" y="5311"/>
                      <a:pt x="2923" y="5251"/>
                      <a:pt x="3204" y="5232"/>
                    </a:cubicBezTo>
                    <a:lnTo>
                      <a:pt x="3204" y="6371"/>
                    </a:lnTo>
                    <a:close/>
                    <a:moveTo>
                      <a:pt x="3204" y="4813"/>
                    </a:moveTo>
                    <a:cubicBezTo>
                      <a:pt x="2874" y="4833"/>
                      <a:pt x="2550" y="4901"/>
                      <a:pt x="2242" y="5014"/>
                    </a:cubicBezTo>
                    <a:cubicBezTo>
                      <a:pt x="2115" y="4596"/>
                      <a:pt x="2040" y="4121"/>
                      <a:pt x="2024" y="3622"/>
                    </a:cubicBezTo>
                    <a:lnTo>
                      <a:pt x="3204" y="3622"/>
                    </a:lnTo>
                    <a:lnTo>
                      <a:pt x="3204" y="4813"/>
                    </a:lnTo>
                    <a:close/>
                    <a:moveTo>
                      <a:pt x="3204" y="3204"/>
                    </a:moveTo>
                    <a:lnTo>
                      <a:pt x="2024" y="3204"/>
                    </a:lnTo>
                    <a:cubicBezTo>
                      <a:pt x="2040" y="2705"/>
                      <a:pt x="2115" y="2231"/>
                      <a:pt x="2242" y="1813"/>
                    </a:cubicBezTo>
                    <a:cubicBezTo>
                      <a:pt x="2550" y="1925"/>
                      <a:pt x="2874" y="1993"/>
                      <a:pt x="3204" y="2014"/>
                    </a:cubicBezTo>
                    <a:lnTo>
                      <a:pt x="3204" y="3204"/>
                    </a:lnTo>
                    <a:close/>
                    <a:moveTo>
                      <a:pt x="3204" y="1595"/>
                    </a:moveTo>
                    <a:cubicBezTo>
                      <a:pt x="2923" y="1575"/>
                      <a:pt x="2647" y="1516"/>
                      <a:pt x="2385" y="1420"/>
                    </a:cubicBezTo>
                    <a:cubicBezTo>
                      <a:pt x="2411" y="1359"/>
                      <a:pt x="2438" y="1299"/>
                      <a:pt x="2467" y="1241"/>
                    </a:cubicBezTo>
                    <a:cubicBezTo>
                      <a:pt x="2675" y="825"/>
                      <a:pt x="2936" y="551"/>
                      <a:pt x="3204" y="455"/>
                    </a:cubicBezTo>
                    <a:lnTo>
                      <a:pt x="3204" y="1595"/>
                    </a:lnTo>
                    <a:close/>
                    <a:moveTo>
                      <a:pt x="6401" y="3204"/>
                    </a:moveTo>
                    <a:lnTo>
                      <a:pt x="5221" y="3204"/>
                    </a:lnTo>
                    <a:cubicBezTo>
                      <a:pt x="5204" y="2632"/>
                      <a:pt x="5115" y="2102"/>
                      <a:pt x="4970" y="1645"/>
                    </a:cubicBezTo>
                    <a:cubicBezTo>
                      <a:pt x="5165" y="1545"/>
                      <a:pt x="5350" y="1426"/>
                      <a:pt x="5524" y="1290"/>
                    </a:cubicBezTo>
                    <a:cubicBezTo>
                      <a:pt x="6024" y="1786"/>
                      <a:pt x="6350" y="2458"/>
                      <a:pt x="6401" y="3204"/>
                    </a:cubicBezTo>
                    <a:close/>
                    <a:moveTo>
                      <a:pt x="5200" y="1011"/>
                    </a:moveTo>
                    <a:cubicBezTo>
                      <a:pt x="5080" y="1100"/>
                      <a:pt x="4955" y="1180"/>
                      <a:pt x="4824" y="1249"/>
                    </a:cubicBezTo>
                    <a:cubicBezTo>
                      <a:pt x="4718" y="1003"/>
                      <a:pt x="4594" y="786"/>
                      <a:pt x="4456" y="605"/>
                    </a:cubicBezTo>
                    <a:cubicBezTo>
                      <a:pt x="4724" y="705"/>
                      <a:pt x="4974" y="842"/>
                      <a:pt x="5200" y="1011"/>
                    </a:cubicBezTo>
                    <a:close/>
                    <a:moveTo>
                      <a:pt x="3622" y="455"/>
                    </a:moveTo>
                    <a:cubicBezTo>
                      <a:pt x="3891" y="551"/>
                      <a:pt x="4151" y="825"/>
                      <a:pt x="4359" y="1241"/>
                    </a:cubicBezTo>
                    <a:cubicBezTo>
                      <a:pt x="4388" y="1299"/>
                      <a:pt x="4416" y="1359"/>
                      <a:pt x="4442" y="1420"/>
                    </a:cubicBezTo>
                    <a:cubicBezTo>
                      <a:pt x="4180" y="1516"/>
                      <a:pt x="3904" y="1575"/>
                      <a:pt x="3622" y="1595"/>
                    </a:cubicBezTo>
                    <a:lnTo>
                      <a:pt x="3622" y="455"/>
                    </a:lnTo>
                    <a:close/>
                    <a:moveTo>
                      <a:pt x="3622" y="2014"/>
                    </a:moveTo>
                    <a:cubicBezTo>
                      <a:pt x="3953" y="1993"/>
                      <a:pt x="4277" y="1925"/>
                      <a:pt x="4584" y="1813"/>
                    </a:cubicBezTo>
                    <a:cubicBezTo>
                      <a:pt x="4711" y="2231"/>
                      <a:pt x="4787" y="2705"/>
                      <a:pt x="4803" y="3204"/>
                    </a:cubicBezTo>
                    <a:lnTo>
                      <a:pt x="3622" y="3204"/>
                    </a:lnTo>
                    <a:lnTo>
                      <a:pt x="3622" y="2014"/>
                    </a:lnTo>
                    <a:close/>
                    <a:moveTo>
                      <a:pt x="3622" y="3622"/>
                    </a:moveTo>
                    <a:lnTo>
                      <a:pt x="4803" y="3622"/>
                    </a:lnTo>
                    <a:cubicBezTo>
                      <a:pt x="4787" y="4121"/>
                      <a:pt x="4711" y="4596"/>
                      <a:pt x="4584" y="5014"/>
                    </a:cubicBezTo>
                    <a:cubicBezTo>
                      <a:pt x="4277" y="4901"/>
                      <a:pt x="3953" y="4833"/>
                      <a:pt x="3622" y="4813"/>
                    </a:cubicBezTo>
                    <a:lnTo>
                      <a:pt x="3622" y="3622"/>
                    </a:lnTo>
                    <a:close/>
                    <a:moveTo>
                      <a:pt x="4359" y="5586"/>
                    </a:moveTo>
                    <a:cubicBezTo>
                      <a:pt x="4151" y="6001"/>
                      <a:pt x="3891" y="6276"/>
                      <a:pt x="3622" y="6371"/>
                    </a:cubicBezTo>
                    <a:lnTo>
                      <a:pt x="3622" y="5232"/>
                    </a:lnTo>
                    <a:cubicBezTo>
                      <a:pt x="3904" y="5251"/>
                      <a:pt x="4180" y="5311"/>
                      <a:pt x="4442" y="5407"/>
                    </a:cubicBezTo>
                    <a:cubicBezTo>
                      <a:pt x="4416" y="5468"/>
                      <a:pt x="4388" y="5528"/>
                      <a:pt x="4359" y="5586"/>
                    </a:cubicBezTo>
                    <a:close/>
                    <a:moveTo>
                      <a:pt x="4456" y="6222"/>
                    </a:moveTo>
                    <a:cubicBezTo>
                      <a:pt x="4594" y="6040"/>
                      <a:pt x="4718" y="5824"/>
                      <a:pt x="4824" y="5577"/>
                    </a:cubicBezTo>
                    <a:cubicBezTo>
                      <a:pt x="4955" y="5647"/>
                      <a:pt x="5080" y="5727"/>
                      <a:pt x="5200" y="5816"/>
                    </a:cubicBezTo>
                    <a:cubicBezTo>
                      <a:pt x="4974" y="5984"/>
                      <a:pt x="4724" y="6122"/>
                      <a:pt x="4456" y="6222"/>
                    </a:cubicBezTo>
                    <a:close/>
                    <a:moveTo>
                      <a:pt x="5524" y="5537"/>
                    </a:moveTo>
                    <a:cubicBezTo>
                      <a:pt x="5350" y="5401"/>
                      <a:pt x="5165" y="5282"/>
                      <a:pt x="4970" y="5182"/>
                    </a:cubicBezTo>
                    <a:cubicBezTo>
                      <a:pt x="5115" y="4724"/>
                      <a:pt x="5204" y="4194"/>
                      <a:pt x="5221" y="3622"/>
                    </a:cubicBezTo>
                    <a:lnTo>
                      <a:pt x="6401" y="3622"/>
                    </a:lnTo>
                    <a:cubicBezTo>
                      <a:pt x="6350" y="4368"/>
                      <a:pt x="6024" y="5040"/>
                      <a:pt x="5524" y="5537"/>
                    </a:cubicBezTo>
                    <a:close/>
                  </a:path>
                </a:pathLst>
              </a:custGeom>
              <a:solidFill>
                <a:schemeClr val="accent1"/>
              </a:solidFill>
              <a:ln>
                <a:noFill/>
              </a:ln>
            </p:spPr>
            <p:txBody>
              <a:bodyPr wrap="square" lIns="91440" tIns="45720" rIns="91440" bIns="45720" anchor="ctr">
                <a:no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a:endParaRPr/>
              </a:p>
            </p:txBody>
          </p:sp>
          <p:cxnSp>
            <p:nvCxnSpPr>
              <p:cNvPr id="24" name="直接连接符 23"/>
              <p:cNvCxnSpPr/>
              <p:nvPr/>
            </p:nvCxnSpPr>
            <p:spPr>
              <a:xfrm>
                <a:off x="1400175" y="1924050"/>
                <a:ext cx="0" cy="685800"/>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8" name="íšḷíḍé"/>
            <p:cNvGrpSpPr/>
            <p:nvPr/>
          </p:nvGrpSpPr>
          <p:grpSpPr>
            <a:xfrm>
              <a:off x="669925" y="3433117"/>
              <a:ext cx="3279073" cy="685800"/>
              <a:chOff x="669925" y="3237326"/>
              <a:chExt cx="3279073" cy="685800"/>
            </a:xfrm>
          </p:grpSpPr>
          <p:sp>
            <p:nvSpPr>
              <p:cNvPr id="18" name="ïṧľiḓè"/>
              <p:cNvSpPr txBox="1"/>
              <p:nvPr/>
            </p:nvSpPr>
            <p:spPr>
              <a:xfrm>
                <a:off x="1581149" y="3389268"/>
                <a:ext cx="2367849" cy="374391"/>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1600" b="1" dirty="0"/>
                  <a:t>…</a:t>
                </a:r>
                <a:r>
                  <a:rPr lang="zh-CN" altLang="en-US" sz="1600" b="1" dirty="0"/>
                  <a:t>文本</a:t>
                </a:r>
                <a:endParaRPr lang="id-ID" sz="1600" b="1" dirty="0"/>
              </a:p>
            </p:txBody>
          </p:sp>
          <p:grpSp>
            <p:nvGrpSpPr>
              <p:cNvPr id="19" name="îšḷïḍè"/>
              <p:cNvGrpSpPr/>
              <p:nvPr/>
            </p:nvGrpSpPr>
            <p:grpSpPr>
              <a:xfrm>
                <a:off x="669925" y="3237326"/>
                <a:ext cx="730250" cy="685800"/>
                <a:chOff x="669925" y="3237326"/>
                <a:chExt cx="730250" cy="685800"/>
              </a:xfrm>
            </p:grpSpPr>
            <p:sp>
              <p:nvSpPr>
                <p:cNvPr id="20" name="îṡḷîḓè"/>
                <p:cNvSpPr/>
                <p:nvPr/>
              </p:nvSpPr>
              <p:spPr bwMode="auto">
                <a:xfrm>
                  <a:off x="669925" y="3396794"/>
                  <a:ext cx="454025" cy="453339"/>
                </a:xfrm>
                <a:custGeom>
                  <a:avLst/>
                  <a:gdLst>
                    <a:gd name="T0" fmla="*/ 3413 w 6827"/>
                    <a:gd name="T1" fmla="*/ 0 h 6827"/>
                    <a:gd name="T2" fmla="*/ 0 w 6827"/>
                    <a:gd name="T3" fmla="*/ 3413 h 6827"/>
                    <a:gd name="T4" fmla="*/ 3413 w 6827"/>
                    <a:gd name="T5" fmla="*/ 6827 h 6827"/>
                    <a:gd name="T6" fmla="*/ 6827 w 6827"/>
                    <a:gd name="T7" fmla="*/ 3413 h 6827"/>
                    <a:gd name="T8" fmla="*/ 2371 w 6827"/>
                    <a:gd name="T9" fmla="*/ 605 h 6827"/>
                    <a:gd name="T10" fmla="*/ 1626 w 6827"/>
                    <a:gd name="T11" fmla="*/ 1011 h 6827"/>
                    <a:gd name="T12" fmla="*/ 1303 w 6827"/>
                    <a:gd name="T13" fmla="*/ 1290 h 6827"/>
                    <a:gd name="T14" fmla="*/ 1605 w 6827"/>
                    <a:gd name="T15" fmla="*/ 3204 h 6827"/>
                    <a:gd name="T16" fmla="*/ 1303 w 6827"/>
                    <a:gd name="T17" fmla="*/ 1290 h 6827"/>
                    <a:gd name="T18" fmla="*/ 1605 w 6827"/>
                    <a:gd name="T19" fmla="*/ 3622 h 6827"/>
                    <a:gd name="T20" fmla="*/ 1303 w 6827"/>
                    <a:gd name="T21" fmla="*/ 5537 h 6827"/>
                    <a:gd name="T22" fmla="*/ 1626 w 6827"/>
                    <a:gd name="T23" fmla="*/ 5816 h 6827"/>
                    <a:gd name="T24" fmla="*/ 2371 w 6827"/>
                    <a:gd name="T25" fmla="*/ 6222 h 6827"/>
                    <a:gd name="T26" fmla="*/ 3204 w 6827"/>
                    <a:gd name="T27" fmla="*/ 6371 h 6827"/>
                    <a:gd name="T28" fmla="*/ 2385 w 6827"/>
                    <a:gd name="T29" fmla="*/ 5407 h 6827"/>
                    <a:gd name="T30" fmla="*/ 3204 w 6827"/>
                    <a:gd name="T31" fmla="*/ 6371 h 6827"/>
                    <a:gd name="T32" fmla="*/ 2242 w 6827"/>
                    <a:gd name="T33" fmla="*/ 5014 h 6827"/>
                    <a:gd name="T34" fmla="*/ 3204 w 6827"/>
                    <a:gd name="T35" fmla="*/ 3622 h 6827"/>
                    <a:gd name="T36" fmla="*/ 3204 w 6827"/>
                    <a:gd name="T37" fmla="*/ 3204 h 6827"/>
                    <a:gd name="T38" fmla="*/ 2242 w 6827"/>
                    <a:gd name="T39" fmla="*/ 1813 h 6827"/>
                    <a:gd name="T40" fmla="*/ 3204 w 6827"/>
                    <a:gd name="T41" fmla="*/ 3204 h 6827"/>
                    <a:gd name="T42" fmla="*/ 2385 w 6827"/>
                    <a:gd name="T43" fmla="*/ 1420 h 6827"/>
                    <a:gd name="T44" fmla="*/ 3204 w 6827"/>
                    <a:gd name="T45" fmla="*/ 455 h 6827"/>
                    <a:gd name="T46" fmla="*/ 6401 w 6827"/>
                    <a:gd name="T47" fmla="*/ 3204 h 6827"/>
                    <a:gd name="T48" fmla="*/ 4970 w 6827"/>
                    <a:gd name="T49" fmla="*/ 1645 h 6827"/>
                    <a:gd name="T50" fmla="*/ 6401 w 6827"/>
                    <a:gd name="T51" fmla="*/ 3204 h 6827"/>
                    <a:gd name="T52" fmla="*/ 4824 w 6827"/>
                    <a:gd name="T53" fmla="*/ 1249 h 6827"/>
                    <a:gd name="T54" fmla="*/ 5200 w 6827"/>
                    <a:gd name="T55" fmla="*/ 1011 h 6827"/>
                    <a:gd name="T56" fmla="*/ 4359 w 6827"/>
                    <a:gd name="T57" fmla="*/ 1241 h 6827"/>
                    <a:gd name="T58" fmla="*/ 3622 w 6827"/>
                    <a:gd name="T59" fmla="*/ 1595 h 6827"/>
                    <a:gd name="T60" fmla="*/ 3622 w 6827"/>
                    <a:gd name="T61" fmla="*/ 2014 h 6827"/>
                    <a:gd name="T62" fmla="*/ 4803 w 6827"/>
                    <a:gd name="T63" fmla="*/ 3204 h 6827"/>
                    <a:gd name="T64" fmla="*/ 3622 w 6827"/>
                    <a:gd name="T65" fmla="*/ 2014 h 6827"/>
                    <a:gd name="T66" fmla="*/ 4803 w 6827"/>
                    <a:gd name="T67" fmla="*/ 3622 h 6827"/>
                    <a:gd name="T68" fmla="*/ 3622 w 6827"/>
                    <a:gd name="T69" fmla="*/ 4813 h 6827"/>
                    <a:gd name="T70" fmla="*/ 4359 w 6827"/>
                    <a:gd name="T71" fmla="*/ 5586 h 6827"/>
                    <a:gd name="T72" fmla="*/ 3622 w 6827"/>
                    <a:gd name="T73" fmla="*/ 5232 h 6827"/>
                    <a:gd name="T74" fmla="*/ 4359 w 6827"/>
                    <a:gd name="T75" fmla="*/ 5586 h 6827"/>
                    <a:gd name="T76" fmla="*/ 4824 w 6827"/>
                    <a:gd name="T77" fmla="*/ 5577 h 6827"/>
                    <a:gd name="T78" fmla="*/ 4456 w 6827"/>
                    <a:gd name="T79" fmla="*/ 6222 h 6827"/>
                    <a:gd name="T80" fmla="*/ 4970 w 6827"/>
                    <a:gd name="T81" fmla="*/ 5182 h 6827"/>
                    <a:gd name="T82" fmla="*/ 6401 w 6827"/>
                    <a:gd name="T83" fmla="*/ 3622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7" h="6827">
                      <a:moveTo>
                        <a:pt x="5827" y="1000"/>
                      </a:moveTo>
                      <a:cubicBezTo>
                        <a:pt x="5182" y="355"/>
                        <a:pt x="4325" y="0"/>
                        <a:pt x="3413" y="0"/>
                      </a:cubicBezTo>
                      <a:cubicBezTo>
                        <a:pt x="2502" y="0"/>
                        <a:pt x="1644" y="355"/>
                        <a:pt x="1000" y="1000"/>
                      </a:cubicBezTo>
                      <a:cubicBezTo>
                        <a:pt x="355" y="1644"/>
                        <a:pt x="0" y="2502"/>
                        <a:pt x="0" y="3413"/>
                      </a:cubicBezTo>
                      <a:cubicBezTo>
                        <a:pt x="0" y="4325"/>
                        <a:pt x="355" y="5182"/>
                        <a:pt x="1000" y="5827"/>
                      </a:cubicBezTo>
                      <a:cubicBezTo>
                        <a:pt x="1644" y="6472"/>
                        <a:pt x="2502" y="6827"/>
                        <a:pt x="3413" y="6827"/>
                      </a:cubicBezTo>
                      <a:cubicBezTo>
                        <a:pt x="4325" y="6827"/>
                        <a:pt x="5182" y="6472"/>
                        <a:pt x="5827" y="5827"/>
                      </a:cubicBezTo>
                      <a:cubicBezTo>
                        <a:pt x="6472" y="5182"/>
                        <a:pt x="6827" y="4325"/>
                        <a:pt x="6827" y="3413"/>
                      </a:cubicBezTo>
                      <a:cubicBezTo>
                        <a:pt x="6827" y="2502"/>
                        <a:pt x="6472" y="1644"/>
                        <a:pt x="5827" y="1000"/>
                      </a:cubicBezTo>
                      <a:close/>
                      <a:moveTo>
                        <a:pt x="2371" y="605"/>
                      </a:moveTo>
                      <a:cubicBezTo>
                        <a:pt x="2232" y="786"/>
                        <a:pt x="2108" y="1003"/>
                        <a:pt x="2003" y="1249"/>
                      </a:cubicBezTo>
                      <a:cubicBezTo>
                        <a:pt x="1872" y="1180"/>
                        <a:pt x="1746" y="1100"/>
                        <a:pt x="1626" y="1011"/>
                      </a:cubicBezTo>
                      <a:cubicBezTo>
                        <a:pt x="1852" y="842"/>
                        <a:pt x="2103" y="705"/>
                        <a:pt x="2371" y="605"/>
                      </a:cubicBezTo>
                      <a:close/>
                      <a:moveTo>
                        <a:pt x="1303" y="1290"/>
                      </a:moveTo>
                      <a:cubicBezTo>
                        <a:pt x="1477" y="1426"/>
                        <a:pt x="1662" y="1545"/>
                        <a:pt x="1856" y="1645"/>
                      </a:cubicBezTo>
                      <a:cubicBezTo>
                        <a:pt x="1712" y="2102"/>
                        <a:pt x="1623" y="2632"/>
                        <a:pt x="1605" y="3204"/>
                      </a:cubicBezTo>
                      <a:lnTo>
                        <a:pt x="425" y="3204"/>
                      </a:lnTo>
                      <a:cubicBezTo>
                        <a:pt x="477" y="2458"/>
                        <a:pt x="803" y="1786"/>
                        <a:pt x="1303" y="1290"/>
                      </a:cubicBezTo>
                      <a:close/>
                      <a:moveTo>
                        <a:pt x="425" y="3622"/>
                      </a:moveTo>
                      <a:lnTo>
                        <a:pt x="1605" y="3622"/>
                      </a:lnTo>
                      <a:cubicBezTo>
                        <a:pt x="1623" y="4194"/>
                        <a:pt x="1712" y="4724"/>
                        <a:pt x="1856" y="5182"/>
                      </a:cubicBezTo>
                      <a:cubicBezTo>
                        <a:pt x="1662" y="5282"/>
                        <a:pt x="1477" y="5400"/>
                        <a:pt x="1303" y="5537"/>
                      </a:cubicBezTo>
                      <a:cubicBezTo>
                        <a:pt x="803" y="5040"/>
                        <a:pt x="477" y="4368"/>
                        <a:pt x="425" y="3622"/>
                      </a:cubicBezTo>
                      <a:close/>
                      <a:moveTo>
                        <a:pt x="1626" y="5816"/>
                      </a:moveTo>
                      <a:cubicBezTo>
                        <a:pt x="1746" y="5727"/>
                        <a:pt x="1872" y="5647"/>
                        <a:pt x="2003" y="5577"/>
                      </a:cubicBezTo>
                      <a:cubicBezTo>
                        <a:pt x="2108" y="5824"/>
                        <a:pt x="2232" y="6040"/>
                        <a:pt x="2371" y="6222"/>
                      </a:cubicBezTo>
                      <a:cubicBezTo>
                        <a:pt x="2103" y="6122"/>
                        <a:pt x="1852" y="5984"/>
                        <a:pt x="1626" y="5816"/>
                      </a:cubicBezTo>
                      <a:close/>
                      <a:moveTo>
                        <a:pt x="3204" y="6371"/>
                      </a:moveTo>
                      <a:cubicBezTo>
                        <a:pt x="2936" y="6276"/>
                        <a:pt x="2675" y="6001"/>
                        <a:pt x="2467" y="5586"/>
                      </a:cubicBezTo>
                      <a:cubicBezTo>
                        <a:pt x="2438" y="5528"/>
                        <a:pt x="2411" y="5468"/>
                        <a:pt x="2385" y="5407"/>
                      </a:cubicBezTo>
                      <a:cubicBezTo>
                        <a:pt x="2647" y="5311"/>
                        <a:pt x="2923" y="5251"/>
                        <a:pt x="3204" y="5232"/>
                      </a:cubicBezTo>
                      <a:lnTo>
                        <a:pt x="3204" y="6371"/>
                      </a:lnTo>
                      <a:close/>
                      <a:moveTo>
                        <a:pt x="3204" y="4813"/>
                      </a:moveTo>
                      <a:cubicBezTo>
                        <a:pt x="2874" y="4833"/>
                        <a:pt x="2550" y="4901"/>
                        <a:pt x="2242" y="5014"/>
                      </a:cubicBezTo>
                      <a:cubicBezTo>
                        <a:pt x="2115" y="4596"/>
                        <a:pt x="2040" y="4121"/>
                        <a:pt x="2024" y="3622"/>
                      </a:cubicBezTo>
                      <a:lnTo>
                        <a:pt x="3204" y="3622"/>
                      </a:lnTo>
                      <a:lnTo>
                        <a:pt x="3204" y="4813"/>
                      </a:lnTo>
                      <a:close/>
                      <a:moveTo>
                        <a:pt x="3204" y="3204"/>
                      </a:moveTo>
                      <a:lnTo>
                        <a:pt x="2024" y="3204"/>
                      </a:lnTo>
                      <a:cubicBezTo>
                        <a:pt x="2040" y="2705"/>
                        <a:pt x="2115" y="2231"/>
                        <a:pt x="2242" y="1813"/>
                      </a:cubicBezTo>
                      <a:cubicBezTo>
                        <a:pt x="2550" y="1925"/>
                        <a:pt x="2874" y="1993"/>
                        <a:pt x="3204" y="2014"/>
                      </a:cubicBezTo>
                      <a:lnTo>
                        <a:pt x="3204" y="3204"/>
                      </a:lnTo>
                      <a:close/>
                      <a:moveTo>
                        <a:pt x="3204" y="1595"/>
                      </a:moveTo>
                      <a:cubicBezTo>
                        <a:pt x="2923" y="1575"/>
                        <a:pt x="2647" y="1516"/>
                        <a:pt x="2385" y="1420"/>
                      </a:cubicBezTo>
                      <a:cubicBezTo>
                        <a:pt x="2411" y="1359"/>
                        <a:pt x="2438" y="1299"/>
                        <a:pt x="2467" y="1241"/>
                      </a:cubicBezTo>
                      <a:cubicBezTo>
                        <a:pt x="2675" y="825"/>
                        <a:pt x="2936" y="551"/>
                        <a:pt x="3204" y="455"/>
                      </a:cubicBezTo>
                      <a:lnTo>
                        <a:pt x="3204" y="1595"/>
                      </a:lnTo>
                      <a:close/>
                      <a:moveTo>
                        <a:pt x="6401" y="3204"/>
                      </a:moveTo>
                      <a:lnTo>
                        <a:pt x="5221" y="3204"/>
                      </a:lnTo>
                      <a:cubicBezTo>
                        <a:pt x="5204" y="2632"/>
                        <a:pt x="5115" y="2102"/>
                        <a:pt x="4970" y="1645"/>
                      </a:cubicBezTo>
                      <a:cubicBezTo>
                        <a:pt x="5165" y="1545"/>
                        <a:pt x="5350" y="1426"/>
                        <a:pt x="5524" y="1290"/>
                      </a:cubicBezTo>
                      <a:cubicBezTo>
                        <a:pt x="6024" y="1786"/>
                        <a:pt x="6350" y="2458"/>
                        <a:pt x="6401" y="3204"/>
                      </a:cubicBezTo>
                      <a:close/>
                      <a:moveTo>
                        <a:pt x="5200" y="1011"/>
                      </a:moveTo>
                      <a:cubicBezTo>
                        <a:pt x="5080" y="1100"/>
                        <a:pt x="4955" y="1180"/>
                        <a:pt x="4824" y="1249"/>
                      </a:cubicBezTo>
                      <a:cubicBezTo>
                        <a:pt x="4718" y="1003"/>
                        <a:pt x="4594" y="786"/>
                        <a:pt x="4456" y="605"/>
                      </a:cubicBezTo>
                      <a:cubicBezTo>
                        <a:pt x="4724" y="705"/>
                        <a:pt x="4974" y="842"/>
                        <a:pt x="5200" y="1011"/>
                      </a:cubicBezTo>
                      <a:close/>
                      <a:moveTo>
                        <a:pt x="3622" y="455"/>
                      </a:moveTo>
                      <a:cubicBezTo>
                        <a:pt x="3891" y="551"/>
                        <a:pt x="4151" y="825"/>
                        <a:pt x="4359" y="1241"/>
                      </a:cubicBezTo>
                      <a:cubicBezTo>
                        <a:pt x="4388" y="1299"/>
                        <a:pt x="4416" y="1359"/>
                        <a:pt x="4442" y="1420"/>
                      </a:cubicBezTo>
                      <a:cubicBezTo>
                        <a:pt x="4180" y="1516"/>
                        <a:pt x="3904" y="1575"/>
                        <a:pt x="3622" y="1595"/>
                      </a:cubicBezTo>
                      <a:lnTo>
                        <a:pt x="3622" y="455"/>
                      </a:lnTo>
                      <a:close/>
                      <a:moveTo>
                        <a:pt x="3622" y="2014"/>
                      </a:moveTo>
                      <a:cubicBezTo>
                        <a:pt x="3953" y="1993"/>
                        <a:pt x="4277" y="1925"/>
                        <a:pt x="4584" y="1813"/>
                      </a:cubicBezTo>
                      <a:cubicBezTo>
                        <a:pt x="4711" y="2231"/>
                        <a:pt x="4787" y="2705"/>
                        <a:pt x="4803" y="3204"/>
                      </a:cubicBezTo>
                      <a:lnTo>
                        <a:pt x="3622" y="3204"/>
                      </a:lnTo>
                      <a:lnTo>
                        <a:pt x="3622" y="2014"/>
                      </a:lnTo>
                      <a:close/>
                      <a:moveTo>
                        <a:pt x="3622" y="3622"/>
                      </a:moveTo>
                      <a:lnTo>
                        <a:pt x="4803" y="3622"/>
                      </a:lnTo>
                      <a:cubicBezTo>
                        <a:pt x="4787" y="4121"/>
                        <a:pt x="4711" y="4596"/>
                        <a:pt x="4584" y="5014"/>
                      </a:cubicBezTo>
                      <a:cubicBezTo>
                        <a:pt x="4277" y="4901"/>
                        <a:pt x="3953" y="4833"/>
                        <a:pt x="3622" y="4813"/>
                      </a:cubicBezTo>
                      <a:lnTo>
                        <a:pt x="3622" y="3622"/>
                      </a:lnTo>
                      <a:close/>
                      <a:moveTo>
                        <a:pt x="4359" y="5586"/>
                      </a:moveTo>
                      <a:cubicBezTo>
                        <a:pt x="4151" y="6001"/>
                        <a:pt x="3891" y="6276"/>
                        <a:pt x="3622" y="6371"/>
                      </a:cubicBezTo>
                      <a:lnTo>
                        <a:pt x="3622" y="5232"/>
                      </a:lnTo>
                      <a:cubicBezTo>
                        <a:pt x="3904" y="5251"/>
                        <a:pt x="4180" y="5311"/>
                        <a:pt x="4442" y="5407"/>
                      </a:cubicBezTo>
                      <a:cubicBezTo>
                        <a:pt x="4416" y="5468"/>
                        <a:pt x="4388" y="5528"/>
                        <a:pt x="4359" y="5586"/>
                      </a:cubicBezTo>
                      <a:close/>
                      <a:moveTo>
                        <a:pt x="4456" y="6222"/>
                      </a:moveTo>
                      <a:cubicBezTo>
                        <a:pt x="4594" y="6040"/>
                        <a:pt x="4718" y="5824"/>
                        <a:pt x="4824" y="5577"/>
                      </a:cubicBezTo>
                      <a:cubicBezTo>
                        <a:pt x="4955" y="5647"/>
                        <a:pt x="5080" y="5727"/>
                        <a:pt x="5200" y="5816"/>
                      </a:cubicBezTo>
                      <a:cubicBezTo>
                        <a:pt x="4974" y="5984"/>
                        <a:pt x="4724" y="6122"/>
                        <a:pt x="4456" y="6222"/>
                      </a:cubicBezTo>
                      <a:close/>
                      <a:moveTo>
                        <a:pt x="5524" y="5537"/>
                      </a:moveTo>
                      <a:cubicBezTo>
                        <a:pt x="5350" y="5401"/>
                        <a:pt x="5165" y="5282"/>
                        <a:pt x="4970" y="5182"/>
                      </a:cubicBezTo>
                      <a:cubicBezTo>
                        <a:pt x="5115" y="4724"/>
                        <a:pt x="5204" y="4194"/>
                        <a:pt x="5221" y="3622"/>
                      </a:cubicBezTo>
                      <a:lnTo>
                        <a:pt x="6401" y="3622"/>
                      </a:lnTo>
                      <a:cubicBezTo>
                        <a:pt x="6350" y="4368"/>
                        <a:pt x="6024" y="5040"/>
                        <a:pt x="5524" y="5537"/>
                      </a:cubicBezTo>
                      <a:close/>
                    </a:path>
                  </a:pathLst>
                </a:custGeom>
                <a:solidFill>
                  <a:schemeClr val="accent2"/>
                </a:solidFill>
                <a:ln>
                  <a:noFill/>
                </a:ln>
              </p:spPr>
              <p:txBody>
                <a:bodyPr wrap="square" lIns="91440" tIns="45720" rIns="91440" bIns="45720" anchor="ctr">
                  <a:no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a:endParaRPr/>
                </a:p>
              </p:txBody>
            </p:sp>
            <p:cxnSp>
              <p:nvCxnSpPr>
                <p:cNvPr id="21" name="直接连接符 20"/>
                <p:cNvCxnSpPr/>
                <p:nvPr/>
              </p:nvCxnSpPr>
              <p:spPr>
                <a:xfrm>
                  <a:off x="1400175" y="3237326"/>
                  <a:ext cx="0" cy="685800"/>
                </a:xfrm>
                <a:prstGeom prst="line">
                  <a:avLst/>
                </a:prstGeom>
                <a:ln w="3175" cap="rnd">
                  <a:solidFill>
                    <a:schemeClr val="accent2"/>
                  </a:solidFill>
                  <a:round/>
                </a:ln>
              </p:spPr>
              <p:style>
                <a:lnRef idx="1">
                  <a:schemeClr val="accent1"/>
                </a:lnRef>
                <a:fillRef idx="0">
                  <a:schemeClr val="accent1"/>
                </a:fillRef>
                <a:effectRef idx="0">
                  <a:schemeClr val="accent1"/>
                </a:effectRef>
                <a:fontRef idx="minor">
                  <a:schemeClr val="tx1"/>
                </a:fontRef>
              </p:style>
            </p:cxnSp>
          </p:grpSp>
        </p:grpSp>
        <p:grpSp>
          <p:nvGrpSpPr>
            <p:cNvPr id="9" name="îṧ1îḑé"/>
            <p:cNvGrpSpPr/>
            <p:nvPr/>
          </p:nvGrpSpPr>
          <p:grpSpPr>
            <a:xfrm>
              <a:off x="669925" y="5187463"/>
              <a:ext cx="3279073" cy="685800"/>
              <a:chOff x="669925" y="4640539"/>
              <a:chExt cx="3279073" cy="685800"/>
            </a:xfrm>
          </p:grpSpPr>
          <p:sp>
            <p:nvSpPr>
              <p:cNvPr id="15" name="iSḷîḑè"/>
              <p:cNvSpPr txBox="1"/>
              <p:nvPr/>
            </p:nvSpPr>
            <p:spPr>
              <a:xfrm>
                <a:off x="1581149" y="4800007"/>
                <a:ext cx="2367849" cy="374391"/>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altLang="zh-CN" sz="1600" b="1" dirty="0"/>
                  <a:t>…</a:t>
                </a:r>
                <a:r>
                  <a:rPr lang="zh-CN" altLang="en-US" sz="1600" b="1" dirty="0"/>
                  <a:t>文本</a:t>
                </a:r>
                <a:endParaRPr lang="id-ID" sz="1600" b="1" dirty="0"/>
              </a:p>
            </p:txBody>
          </p:sp>
          <p:sp>
            <p:nvSpPr>
              <p:cNvPr id="16" name="iSļiḍé"/>
              <p:cNvSpPr/>
              <p:nvPr/>
            </p:nvSpPr>
            <p:spPr bwMode="auto">
              <a:xfrm>
                <a:off x="669925" y="4800007"/>
                <a:ext cx="454025" cy="453339"/>
              </a:xfrm>
              <a:custGeom>
                <a:avLst/>
                <a:gdLst>
                  <a:gd name="T0" fmla="*/ 3413 w 6827"/>
                  <a:gd name="T1" fmla="*/ 0 h 6827"/>
                  <a:gd name="T2" fmla="*/ 0 w 6827"/>
                  <a:gd name="T3" fmla="*/ 3413 h 6827"/>
                  <a:gd name="T4" fmla="*/ 3413 w 6827"/>
                  <a:gd name="T5" fmla="*/ 6827 h 6827"/>
                  <a:gd name="T6" fmla="*/ 6827 w 6827"/>
                  <a:gd name="T7" fmla="*/ 3413 h 6827"/>
                  <a:gd name="T8" fmla="*/ 2371 w 6827"/>
                  <a:gd name="T9" fmla="*/ 605 h 6827"/>
                  <a:gd name="T10" fmla="*/ 1626 w 6827"/>
                  <a:gd name="T11" fmla="*/ 1011 h 6827"/>
                  <a:gd name="T12" fmla="*/ 1303 w 6827"/>
                  <a:gd name="T13" fmla="*/ 1290 h 6827"/>
                  <a:gd name="T14" fmla="*/ 1605 w 6827"/>
                  <a:gd name="T15" fmla="*/ 3204 h 6827"/>
                  <a:gd name="T16" fmla="*/ 1303 w 6827"/>
                  <a:gd name="T17" fmla="*/ 1290 h 6827"/>
                  <a:gd name="T18" fmla="*/ 1605 w 6827"/>
                  <a:gd name="T19" fmla="*/ 3622 h 6827"/>
                  <a:gd name="T20" fmla="*/ 1303 w 6827"/>
                  <a:gd name="T21" fmla="*/ 5537 h 6827"/>
                  <a:gd name="T22" fmla="*/ 1626 w 6827"/>
                  <a:gd name="T23" fmla="*/ 5816 h 6827"/>
                  <a:gd name="T24" fmla="*/ 2371 w 6827"/>
                  <a:gd name="T25" fmla="*/ 6222 h 6827"/>
                  <a:gd name="T26" fmla="*/ 3204 w 6827"/>
                  <a:gd name="T27" fmla="*/ 6371 h 6827"/>
                  <a:gd name="T28" fmla="*/ 2385 w 6827"/>
                  <a:gd name="T29" fmla="*/ 5407 h 6827"/>
                  <a:gd name="T30" fmla="*/ 3204 w 6827"/>
                  <a:gd name="T31" fmla="*/ 6371 h 6827"/>
                  <a:gd name="T32" fmla="*/ 2242 w 6827"/>
                  <a:gd name="T33" fmla="*/ 5014 h 6827"/>
                  <a:gd name="T34" fmla="*/ 3204 w 6827"/>
                  <a:gd name="T35" fmla="*/ 3622 h 6827"/>
                  <a:gd name="T36" fmla="*/ 3204 w 6827"/>
                  <a:gd name="T37" fmla="*/ 3204 h 6827"/>
                  <a:gd name="T38" fmla="*/ 2242 w 6827"/>
                  <a:gd name="T39" fmla="*/ 1813 h 6827"/>
                  <a:gd name="T40" fmla="*/ 3204 w 6827"/>
                  <a:gd name="T41" fmla="*/ 3204 h 6827"/>
                  <a:gd name="T42" fmla="*/ 2385 w 6827"/>
                  <a:gd name="T43" fmla="*/ 1420 h 6827"/>
                  <a:gd name="T44" fmla="*/ 3204 w 6827"/>
                  <a:gd name="T45" fmla="*/ 455 h 6827"/>
                  <a:gd name="T46" fmla="*/ 6401 w 6827"/>
                  <a:gd name="T47" fmla="*/ 3204 h 6827"/>
                  <a:gd name="T48" fmla="*/ 4970 w 6827"/>
                  <a:gd name="T49" fmla="*/ 1645 h 6827"/>
                  <a:gd name="T50" fmla="*/ 6401 w 6827"/>
                  <a:gd name="T51" fmla="*/ 3204 h 6827"/>
                  <a:gd name="T52" fmla="*/ 4824 w 6827"/>
                  <a:gd name="T53" fmla="*/ 1249 h 6827"/>
                  <a:gd name="T54" fmla="*/ 5200 w 6827"/>
                  <a:gd name="T55" fmla="*/ 1011 h 6827"/>
                  <a:gd name="T56" fmla="*/ 4359 w 6827"/>
                  <a:gd name="T57" fmla="*/ 1241 h 6827"/>
                  <a:gd name="T58" fmla="*/ 3622 w 6827"/>
                  <a:gd name="T59" fmla="*/ 1595 h 6827"/>
                  <a:gd name="T60" fmla="*/ 3622 w 6827"/>
                  <a:gd name="T61" fmla="*/ 2014 h 6827"/>
                  <a:gd name="T62" fmla="*/ 4803 w 6827"/>
                  <a:gd name="T63" fmla="*/ 3204 h 6827"/>
                  <a:gd name="T64" fmla="*/ 3622 w 6827"/>
                  <a:gd name="T65" fmla="*/ 2014 h 6827"/>
                  <a:gd name="T66" fmla="*/ 4803 w 6827"/>
                  <a:gd name="T67" fmla="*/ 3622 h 6827"/>
                  <a:gd name="T68" fmla="*/ 3622 w 6827"/>
                  <a:gd name="T69" fmla="*/ 4813 h 6827"/>
                  <a:gd name="T70" fmla="*/ 4359 w 6827"/>
                  <a:gd name="T71" fmla="*/ 5586 h 6827"/>
                  <a:gd name="T72" fmla="*/ 3622 w 6827"/>
                  <a:gd name="T73" fmla="*/ 5232 h 6827"/>
                  <a:gd name="T74" fmla="*/ 4359 w 6827"/>
                  <a:gd name="T75" fmla="*/ 5586 h 6827"/>
                  <a:gd name="T76" fmla="*/ 4824 w 6827"/>
                  <a:gd name="T77" fmla="*/ 5577 h 6827"/>
                  <a:gd name="T78" fmla="*/ 4456 w 6827"/>
                  <a:gd name="T79" fmla="*/ 6222 h 6827"/>
                  <a:gd name="T80" fmla="*/ 4970 w 6827"/>
                  <a:gd name="T81" fmla="*/ 5182 h 6827"/>
                  <a:gd name="T82" fmla="*/ 6401 w 6827"/>
                  <a:gd name="T83" fmla="*/ 3622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27" h="6827">
                    <a:moveTo>
                      <a:pt x="5827" y="1000"/>
                    </a:moveTo>
                    <a:cubicBezTo>
                      <a:pt x="5182" y="355"/>
                      <a:pt x="4325" y="0"/>
                      <a:pt x="3413" y="0"/>
                    </a:cubicBezTo>
                    <a:cubicBezTo>
                      <a:pt x="2502" y="0"/>
                      <a:pt x="1644" y="355"/>
                      <a:pt x="1000" y="1000"/>
                    </a:cubicBezTo>
                    <a:cubicBezTo>
                      <a:pt x="355" y="1644"/>
                      <a:pt x="0" y="2502"/>
                      <a:pt x="0" y="3413"/>
                    </a:cubicBezTo>
                    <a:cubicBezTo>
                      <a:pt x="0" y="4325"/>
                      <a:pt x="355" y="5182"/>
                      <a:pt x="1000" y="5827"/>
                    </a:cubicBezTo>
                    <a:cubicBezTo>
                      <a:pt x="1644" y="6472"/>
                      <a:pt x="2502" y="6827"/>
                      <a:pt x="3413" y="6827"/>
                    </a:cubicBezTo>
                    <a:cubicBezTo>
                      <a:pt x="4325" y="6827"/>
                      <a:pt x="5182" y="6472"/>
                      <a:pt x="5827" y="5827"/>
                    </a:cubicBezTo>
                    <a:cubicBezTo>
                      <a:pt x="6472" y="5182"/>
                      <a:pt x="6827" y="4325"/>
                      <a:pt x="6827" y="3413"/>
                    </a:cubicBezTo>
                    <a:cubicBezTo>
                      <a:pt x="6827" y="2502"/>
                      <a:pt x="6472" y="1644"/>
                      <a:pt x="5827" y="1000"/>
                    </a:cubicBezTo>
                    <a:close/>
                    <a:moveTo>
                      <a:pt x="2371" y="605"/>
                    </a:moveTo>
                    <a:cubicBezTo>
                      <a:pt x="2232" y="786"/>
                      <a:pt x="2108" y="1003"/>
                      <a:pt x="2003" y="1249"/>
                    </a:cubicBezTo>
                    <a:cubicBezTo>
                      <a:pt x="1872" y="1180"/>
                      <a:pt x="1746" y="1100"/>
                      <a:pt x="1626" y="1011"/>
                    </a:cubicBezTo>
                    <a:cubicBezTo>
                      <a:pt x="1852" y="842"/>
                      <a:pt x="2103" y="705"/>
                      <a:pt x="2371" y="605"/>
                    </a:cubicBezTo>
                    <a:close/>
                    <a:moveTo>
                      <a:pt x="1303" y="1290"/>
                    </a:moveTo>
                    <a:cubicBezTo>
                      <a:pt x="1477" y="1426"/>
                      <a:pt x="1662" y="1545"/>
                      <a:pt x="1856" y="1645"/>
                    </a:cubicBezTo>
                    <a:cubicBezTo>
                      <a:pt x="1712" y="2102"/>
                      <a:pt x="1623" y="2632"/>
                      <a:pt x="1605" y="3204"/>
                    </a:cubicBezTo>
                    <a:lnTo>
                      <a:pt x="425" y="3204"/>
                    </a:lnTo>
                    <a:cubicBezTo>
                      <a:pt x="477" y="2458"/>
                      <a:pt x="803" y="1786"/>
                      <a:pt x="1303" y="1290"/>
                    </a:cubicBezTo>
                    <a:close/>
                    <a:moveTo>
                      <a:pt x="425" y="3622"/>
                    </a:moveTo>
                    <a:lnTo>
                      <a:pt x="1605" y="3622"/>
                    </a:lnTo>
                    <a:cubicBezTo>
                      <a:pt x="1623" y="4194"/>
                      <a:pt x="1712" y="4724"/>
                      <a:pt x="1856" y="5182"/>
                    </a:cubicBezTo>
                    <a:cubicBezTo>
                      <a:pt x="1662" y="5282"/>
                      <a:pt x="1477" y="5400"/>
                      <a:pt x="1303" y="5537"/>
                    </a:cubicBezTo>
                    <a:cubicBezTo>
                      <a:pt x="803" y="5040"/>
                      <a:pt x="477" y="4368"/>
                      <a:pt x="425" y="3622"/>
                    </a:cubicBezTo>
                    <a:close/>
                    <a:moveTo>
                      <a:pt x="1626" y="5816"/>
                    </a:moveTo>
                    <a:cubicBezTo>
                      <a:pt x="1746" y="5727"/>
                      <a:pt x="1872" y="5647"/>
                      <a:pt x="2003" y="5577"/>
                    </a:cubicBezTo>
                    <a:cubicBezTo>
                      <a:pt x="2108" y="5824"/>
                      <a:pt x="2232" y="6040"/>
                      <a:pt x="2371" y="6222"/>
                    </a:cubicBezTo>
                    <a:cubicBezTo>
                      <a:pt x="2103" y="6122"/>
                      <a:pt x="1852" y="5984"/>
                      <a:pt x="1626" y="5816"/>
                    </a:cubicBezTo>
                    <a:close/>
                    <a:moveTo>
                      <a:pt x="3204" y="6371"/>
                    </a:moveTo>
                    <a:cubicBezTo>
                      <a:pt x="2936" y="6276"/>
                      <a:pt x="2675" y="6001"/>
                      <a:pt x="2467" y="5586"/>
                    </a:cubicBezTo>
                    <a:cubicBezTo>
                      <a:pt x="2438" y="5528"/>
                      <a:pt x="2411" y="5468"/>
                      <a:pt x="2385" y="5407"/>
                    </a:cubicBezTo>
                    <a:cubicBezTo>
                      <a:pt x="2647" y="5311"/>
                      <a:pt x="2923" y="5251"/>
                      <a:pt x="3204" y="5232"/>
                    </a:cubicBezTo>
                    <a:lnTo>
                      <a:pt x="3204" y="6371"/>
                    </a:lnTo>
                    <a:close/>
                    <a:moveTo>
                      <a:pt x="3204" y="4813"/>
                    </a:moveTo>
                    <a:cubicBezTo>
                      <a:pt x="2874" y="4833"/>
                      <a:pt x="2550" y="4901"/>
                      <a:pt x="2242" y="5014"/>
                    </a:cubicBezTo>
                    <a:cubicBezTo>
                      <a:pt x="2115" y="4596"/>
                      <a:pt x="2040" y="4121"/>
                      <a:pt x="2024" y="3622"/>
                    </a:cubicBezTo>
                    <a:lnTo>
                      <a:pt x="3204" y="3622"/>
                    </a:lnTo>
                    <a:lnTo>
                      <a:pt x="3204" y="4813"/>
                    </a:lnTo>
                    <a:close/>
                    <a:moveTo>
                      <a:pt x="3204" y="3204"/>
                    </a:moveTo>
                    <a:lnTo>
                      <a:pt x="2024" y="3204"/>
                    </a:lnTo>
                    <a:cubicBezTo>
                      <a:pt x="2040" y="2705"/>
                      <a:pt x="2115" y="2231"/>
                      <a:pt x="2242" y="1813"/>
                    </a:cubicBezTo>
                    <a:cubicBezTo>
                      <a:pt x="2550" y="1925"/>
                      <a:pt x="2874" y="1993"/>
                      <a:pt x="3204" y="2014"/>
                    </a:cubicBezTo>
                    <a:lnTo>
                      <a:pt x="3204" y="3204"/>
                    </a:lnTo>
                    <a:close/>
                    <a:moveTo>
                      <a:pt x="3204" y="1595"/>
                    </a:moveTo>
                    <a:cubicBezTo>
                      <a:pt x="2923" y="1575"/>
                      <a:pt x="2647" y="1516"/>
                      <a:pt x="2385" y="1420"/>
                    </a:cubicBezTo>
                    <a:cubicBezTo>
                      <a:pt x="2411" y="1359"/>
                      <a:pt x="2438" y="1299"/>
                      <a:pt x="2467" y="1241"/>
                    </a:cubicBezTo>
                    <a:cubicBezTo>
                      <a:pt x="2675" y="825"/>
                      <a:pt x="2936" y="551"/>
                      <a:pt x="3204" y="455"/>
                    </a:cubicBezTo>
                    <a:lnTo>
                      <a:pt x="3204" y="1595"/>
                    </a:lnTo>
                    <a:close/>
                    <a:moveTo>
                      <a:pt x="6401" y="3204"/>
                    </a:moveTo>
                    <a:lnTo>
                      <a:pt x="5221" y="3204"/>
                    </a:lnTo>
                    <a:cubicBezTo>
                      <a:pt x="5204" y="2632"/>
                      <a:pt x="5115" y="2102"/>
                      <a:pt x="4970" y="1645"/>
                    </a:cubicBezTo>
                    <a:cubicBezTo>
                      <a:pt x="5165" y="1545"/>
                      <a:pt x="5350" y="1426"/>
                      <a:pt x="5524" y="1290"/>
                    </a:cubicBezTo>
                    <a:cubicBezTo>
                      <a:pt x="6024" y="1786"/>
                      <a:pt x="6350" y="2458"/>
                      <a:pt x="6401" y="3204"/>
                    </a:cubicBezTo>
                    <a:close/>
                    <a:moveTo>
                      <a:pt x="5200" y="1011"/>
                    </a:moveTo>
                    <a:cubicBezTo>
                      <a:pt x="5080" y="1100"/>
                      <a:pt x="4955" y="1180"/>
                      <a:pt x="4824" y="1249"/>
                    </a:cubicBezTo>
                    <a:cubicBezTo>
                      <a:pt x="4718" y="1003"/>
                      <a:pt x="4594" y="786"/>
                      <a:pt x="4456" y="605"/>
                    </a:cubicBezTo>
                    <a:cubicBezTo>
                      <a:pt x="4724" y="705"/>
                      <a:pt x="4974" y="842"/>
                      <a:pt x="5200" y="1011"/>
                    </a:cubicBezTo>
                    <a:close/>
                    <a:moveTo>
                      <a:pt x="3622" y="455"/>
                    </a:moveTo>
                    <a:cubicBezTo>
                      <a:pt x="3891" y="551"/>
                      <a:pt x="4151" y="825"/>
                      <a:pt x="4359" y="1241"/>
                    </a:cubicBezTo>
                    <a:cubicBezTo>
                      <a:pt x="4388" y="1299"/>
                      <a:pt x="4416" y="1359"/>
                      <a:pt x="4442" y="1420"/>
                    </a:cubicBezTo>
                    <a:cubicBezTo>
                      <a:pt x="4180" y="1516"/>
                      <a:pt x="3904" y="1575"/>
                      <a:pt x="3622" y="1595"/>
                    </a:cubicBezTo>
                    <a:lnTo>
                      <a:pt x="3622" y="455"/>
                    </a:lnTo>
                    <a:close/>
                    <a:moveTo>
                      <a:pt x="3622" y="2014"/>
                    </a:moveTo>
                    <a:cubicBezTo>
                      <a:pt x="3953" y="1993"/>
                      <a:pt x="4277" y="1925"/>
                      <a:pt x="4584" y="1813"/>
                    </a:cubicBezTo>
                    <a:cubicBezTo>
                      <a:pt x="4711" y="2231"/>
                      <a:pt x="4787" y="2705"/>
                      <a:pt x="4803" y="3204"/>
                    </a:cubicBezTo>
                    <a:lnTo>
                      <a:pt x="3622" y="3204"/>
                    </a:lnTo>
                    <a:lnTo>
                      <a:pt x="3622" y="2014"/>
                    </a:lnTo>
                    <a:close/>
                    <a:moveTo>
                      <a:pt x="3622" y="3622"/>
                    </a:moveTo>
                    <a:lnTo>
                      <a:pt x="4803" y="3622"/>
                    </a:lnTo>
                    <a:cubicBezTo>
                      <a:pt x="4787" y="4121"/>
                      <a:pt x="4711" y="4596"/>
                      <a:pt x="4584" y="5014"/>
                    </a:cubicBezTo>
                    <a:cubicBezTo>
                      <a:pt x="4277" y="4901"/>
                      <a:pt x="3953" y="4833"/>
                      <a:pt x="3622" y="4813"/>
                    </a:cubicBezTo>
                    <a:lnTo>
                      <a:pt x="3622" y="3622"/>
                    </a:lnTo>
                    <a:close/>
                    <a:moveTo>
                      <a:pt x="4359" y="5586"/>
                    </a:moveTo>
                    <a:cubicBezTo>
                      <a:pt x="4151" y="6001"/>
                      <a:pt x="3891" y="6276"/>
                      <a:pt x="3622" y="6371"/>
                    </a:cubicBezTo>
                    <a:lnTo>
                      <a:pt x="3622" y="5232"/>
                    </a:lnTo>
                    <a:cubicBezTo>
                      <a:pt x="3904" y="5251"/>
                      <a:pt x="4180" y="5311"/>
                      <a:pt x="4442" y="5407"/>
                    </a:cubicBezTo>
                    <a:cubicBezTo>
                      <a:pt x="4416" y="5468"/>
                      <a:pt x="4388" y="5528"/>
                      <a:pt x="4359" y="5586"/>
                    </a:cubicBezTo>
                    <a:close/>
                    <a:moveTo>
                      <a:pt x="4456" y="6222"/>
                    </a:moveTo>
                    <a:cubicBezTo>
                      <a:pt x="4594" y="6040"/>
                      <a:pt x="4718" y="5824"/>
                      <a:pt x="4824" y="5577"/>
                    </a:cubicBezTo>
                    <a:cubicBezTo>
                      <a:pt x="4955" y="5647"/>
                      <a:pt x="5080" y="5727"/>
                      <a:pt x="5200" y="5816"/>
                    </a:cubicBezTo>
                    <a:cubicBezTo>
                      <a:pt x="4974" y="5984"/>
                      <a:pt x="4724" y="6122"/>
                      <a:pt x="4456" y="6222"/>
                    </a:cubicBezTo>
                    <a:close/>
                    <a:moveTo>
                      <a:pt x="5524" y="5537"/>
                    </a:moveTo>
                    <a:cubicBezTo>
                      <a:pt x="5350" y="5401"/>
                      <a:pt x="5165" y="5282"/>
                      <a:pt x="4970" y="5182"/>
                    </a:cubicBezTo>
                    <a:cubicBezTo>
                      <a:pt x="5115" y="4724"/>
                      <a:pt x="5204" y="4194"/>
                      <a:pt x="5221" y="3622"/>
                    </a:cubicBezTo>
                    <a:lnTo>
                      <a:pt x="6401" y="3622"/>
                    </a:lnTo>
                    <a:cubicBezTo>
                      <a:pt x="6350" y="4368"/>
                      <a:pt x="6024" y="5040"/>
                      <a:pt x="5524" y="5537"/>
                    </a:cubicBezTo>
                    <a:close/>
                  </a:path>
                </a:pathLst>
              </a:custGeom>
              <a:solidFill>
                <a:schemeClr val="accent1"/>
              </a:solidFill>
              <a:ln>
                <a:noFill/>
              </a:ln>
            </p:spPr>
            <p:txBody>
              <a:bodyPr wrap="square" lIns="91440" tIns="45720" rIns="91440" bIns="45720" anchor="ctr">
                <a:noAutofit/>
              </a:bodyPr>
              <a:lstStyle>
                <a:defPPr>
                  <a:defRPr lang="en-US"/>
                </a:defPPr>
                <a:lvl1pPr marL="0" algn="l" defTabSz="609600" rtl="0" eaLnBrk="1" latinLnBrk="0" hangingPunct="1">
                  <a:defRPr sz="2400" kern="1200">
                    <a:solidFill>
                      <a:schemeClr val="tx1"/>
                    </a:solidFill>
                  </a:defRPr>
                </a:lvl1pPr>
                <a:lvl2pPr marL="609600" algn="l" defTabSz="609600" rtl="0" eaLnBrk="1" latinLnBrk="0" hangingPunct="1">
                  <a:defRPr sz="2400" kern="1200">
                    <a:solidFill>
                      <a:schemeClr val="tx1"/>
                    </a:solidFill>
                  </a:defRPr>
                </a:lvl2pPr>
                <a:lvl3pPr marL="1219200" algn="l" defTabSz="609600" rtl="0" eaLnBrk="1" latinLnBrk="0" hangingPunct="1">
                  <a:defRPr sz="2400" kern="1200">
                    <a:solidFill>
                      <a:schemeClr val="tx1"/>
                    </a:solidFill>
                  </a:defRPr>
                </a:lvl3pPr>
                <a:lvl4pPr marL="1828800" algn="l" defTabSz="609600" rtl="0" eaLnBrk="1" latinLnBrk="0" hangingPunct="1">
                  <a:defRPr sz="2400" kern="1200">
                    <a:solidFill>
                      <a:schemeClr val="tx1"/>
                    </a:solidFill>
                  </a:defRPr>
                </a:lvl4pPr>
                <a:lvl5pPr marL="2438400" algn="l" defTabSz="609600" rtl="0" eaLnBrk="1" latinLnBrk="0" hangingPunct="1">
                  <a:defRPr sz="2400" kern="1200">
                    <a:solidFill>
                      <a:schemeClr val="tx1"/>
                    </a:solidFill>
                  </a:defRPr>
                </a:lvl5pPr>
                <a:lvl6pPr marL="3048000" algn="l" defTabSz="609600" rtl="0" eaLnBrk="1" latinLnBrk="0" hangingPunct="1">
                  <a:defRPr sz="2400" kern="1200">
                    <a:solidFill>
                      <a:schemeClr val="tx1"/>
                    </a:solidFill>
                  </a:defRPr>
                </a:lvl6pPr>
                <a:lvl7pPr marL="3657600" algn="l" defTabSz="609600" rtl="0" eaLnBrk="1" latinLnBrk="0" hangingPunct="1">
                  <a:defRPr sz="2400" kern="1200">
                    <a:solidFill>
                      <a:schemeClr val="tx1"/>
                    </a:solidFill>
                  </a:defRPr>
                </a:lvl7pPr>
                <a:lvl8pPr marL="4267200" algn="l" defTabSz="609600" rtl="0" eaLnBrk="1" latinLnBrk="0" hangingPunct="1">
                  <a:defRPr sz="2400" kern="1200">
                    <a:solidFill>
                      <a:schemeClr val="tx1"/>
                    </a:solidFill>
                  </a:defRPr>
                </a:lvl8pPr>
                <a:lvl9pPr marL="4876800" algn="l" defTabSz="609600" rtl="0" eaLnBrk="1" latinLnBrk="0" hangingPunct="1">
                  <a:defRPr sz="2400" kern="1200">
                    <a:solidFill>
                      <a:schemeClr val="tx1"/>
                    </a:solidFill>
                  </a:defRPr>
                </a:lvl9pPr>
              </a:lstStyle>
              <a:p>
                <a:pPr algn="ctr"/>
                <a:endParaRPr/>
              </a:p>
            </p:txBody>
          </p:sp>
          <p:cxnSp>
            <p:nvCxnSpPr>
              <p:cNvPr id="17" name="直接连接符 16"/>
              <p:cNvCxnSpPr/>
              <p:nvPr/>
            </p:nvCxnSpPr>
            <p:spPr>
              <a:xfrm>
                <a:off x="1400175" y="4640539"/>
                <a:ext cx="0" cy="685800"/>
              </a:xfrm>
              <a:prstGeom prst="line">
                <a:avLst/>
              </a:prstGeom>
              <a:ln w="3175" cap="rnd">
                <a:solidFill>
                  <a:schemeClr val="accent1"/>
                </a:solidFill>
                <a:round/>
              </a:ln>
            </p:spPr>
            <p:style>
              <a:lnRef idx="1">
                <a:schemeClr val="accent1"/>
              </a:lnRef>
              <a:fillRef idx="0">
                <a:schemeClr val="accent1"/>
              </a:fillRef>
              <a:effectRef idx="0">
                <a:schemeClr val="accent1"/>
              </a:effectRef>
              <a:fontRef idx="minor">
                <a:schemeClr val="tx1"/>
              </a:fontRef>
            </p:style>
          </p:cxnSp>
        </p:grpSp>
        <p:cxnSp>
          <p:nvCxnSpPr>
            <p:cNvPr id="10" name="直接连接符 9"/>
            <p:cNvCxnSpPr/>
            <p:nvPr/>
          </p:nvCxnSpPr>
          <p:spPr>
            <a:xfrm flipH="1">
              <a:off x="669925" y="2898844"/>
              <a:ext cx="4282298" cy="0"/>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669925" y="4653190"/>
              <a:ext cx="3549650" cy="0"/>
            </a:xfrm>
            <a:prstGeom prst="line">
              <a:avLst/>
            </a:prstGeom>
            <a:ln w="3175" cap="rnd">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2" name="ïslidé"/>
            <p:cNvSpPr/>
            <p:nvPr/>
          </p:nvSpPr>
          <p:spPr bwMode="gray">
            <a:xfrm>
              <a:off x="7166613" y="1866065"/>
              <a:ext cx="2646837" cy="99701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5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13" name="íś1iḋè"/>
            <p:cNvSpPr/>
            <p:nvPr/>
          </p:nvSpPr>
          <p:spPr bwMode="gray">
            <a:xfrm>
              <a:off x="8432143" y="3463360"/>
              <a:ext cx="2646837" cy="99701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5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14" name="išḷíḍé"/>
            <p:cNvSpPr/>
            <p:nvPr/>
          </p:nvSpPr>
          <p:spPr bwMode="gray">
            <a:xfrm>
              <a:off x="9118442" y="5060655"/>
              <a:ext cx="2646837" cy="99701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5000"/>
                </a:lnSpc>
                <a:defRPr/>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grpSp>
      <p:grpSp>
        <p:nvGrpSpPr>
          <p:cNvPr id="43" name="组合 42"/>
          <p:cNvGrpSpPr/>
          <p:nvPr/>
        </p:nvGrpSpPr>
        <p:grpSpPr>
          <a:xfrm>
            <a:off x="199289" y="258436"/>
            <a:ext cx="4355770" cy="655320"/>
            <a:chOff x="363500" y="173190"/>
            <a:chExt cx="4355770" cy="655320"/>
          </a:xfrm>
        </p:grpSpPr>
        <p:sp>
          <p:nvSpPr>
            <p:cNvPr id="44"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研究重点与难点</a:t>
              </a:r>
            </a:p>
          </p:txBody>
        </p:sp>
        <p:sp>
          <p:nvSpPr>
            <p:cNvPr id="45"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46" name="椭圆 45"/>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ïŝ1îḑé"/>
        <p:cNvGrpSpPr/>
        <p:nvPr/>
      </p:nvGrpSpPr>
      <p:grpSpPr>
        <a:xfrm>
          <a:off x="0" y="0"/>
          <a:ext cx="0" cy="0"/>
          <a:chOff x="0" y="0"/>
          <a:chExt cx="0" cy="0"/>
        </a:xfrm>
      </p:grpSpPr>
      <p:sp>
        <p:nvSpPr>
          <p:cNvPr id="68" name="ïšḷîḑê"/>
          <p:cNvSpPr/>
          <p:nvPr/>
        </p:nvSpPr>
        <p:spPr>
          <a:xfrm>
            <a:off x="7000947" y="2722153"/>
            <a:ext cx="485997" cy="485996"/>
          </a:xfrm>
          <a:prstGeom prst="ellipse">
            <a:avLst/>
          </a:prstGeom>
          <a:solidFill>
            <a:schemeClr val="accent2"/>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fontScale="92500" lnSpcReduction="10000"/>
          </a:bodyPr>
          <a:lstStyle/>
          <a:p>
            <a:pPr algn="ctr" defTabSz="913765">
              <a:lnSpc>
                <a:spcPct val="125000"/>
              </a:lnSpc>
            </a:pPr>
            <a:r>
              <a:rPr lang="en-US" altLang="zh-CN" sz="1600" b="1" dirty="0">
                <a:solidFill>
                  <a:schemeClr val="bg1"/>
                </a:solidFill>
                <a:cs typeface="+mn-ea"/>
                <a:sym typeface="+mn-lt"/>
              </a:rPr>
              <a:t>02</a:t>
            </a:r>
            <a:endParaRPr lang="zh-CN" altLang="en-US" sz="1600" b="1" dirty="0">
              <a:solidFill>
                <a:schemeClr val="bg1"/>
              </a:solidFill>
              <a:cs typeface="+mn-ea"/>
              <a:sym typeface="+mn-lt"/>
            </a:endParaRPr>
          </a:p>
        </p:txBody>
      </p:sp>
      <p:sp>
        <p:nvSpPr>
          <p:cNvPr id="69" name="iṧlïďè"/>
          <p:cNvSpPr/>
          <p:nvPr/>
        </p:nvSpPr>
        <p:spPr>
          <a:xfrm>
            <a:off x="7000946" y="3914533"/>
            <a:ext cx="485997" cy="485996"/>
          </a:xfrm>
          <a:prstGeom prst="ellipse">
            <a:avLst/>
          </a:prstGeom>
          <a:solidFill>
            <a:schemeClr val="accent1"/>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fontScale="92500" lnSpcReduction="10000"/>
          </a:bodyPr>
          <a:lstStyle/>
          <a:p>
            <a:pPr algn="ctr" defTabSz="913765">
              <a:lnSpc>
                <a:spcPct val="125000"/>
              </a:lnSpc>
            </a:pPr>
            <a:r>
              <a:rPr lang="en-US" altLang="zh-CN" sz="1600" b="1" dirty="0">
                <a:solidFill>
                  <a:schemeClr val="bg1"/>
                </a:solidFill>
                <a:cs typeface="+mn-ea"/>
                <a:sym typeface="+mn-lt"/>
              </a:rPr>
              <a:t>03</a:t>
            </a:r>
            <a:endParaRPr lang="zh-CN" altLang="en-US" sz="1600" b="1" dirty="0">
              <a:solidFill>
                <a:schemeClr val="bg1"/>
              </a:solidFill>
              <a:cs typeface="+mn-ea"/>
              <a:sym typeface="+mn-lt"/>
            </a:endParaRPr>
          </a:p>
        </p:txBody>
      </p:sp>
      <p:sp>
        <p:nvSpPr>
          <p:cNvPr id="70" name="işḻïḓe"/>
          <p:cNvSpPr/>
          <p:nvPr/>
        </p:nvSpPr>
        <p:spPr>
          <a:xfrm>
            <a:off x="7000945" y="5106913"/>
            <a:ext cx="485997" cy="485996"/>
          </a:xfrm>
          <a:prstGeom prst="ellipse">
            <a:avLst/>
          </a:prstGeom>
          <a:solidFill>
            <a:schemeClr val="accent2"/>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fontScale="92500" lnSpcReduction="10000"/>
          </a:bodyPr>
          <a:lstStyle/>
          <a:p>
            <a:pPr algn="ctr" defTabSz="913765">
              <a:lnSpc>
                <a:spcPct val="125000"/>
              </a:lnSpc>
            </a:pPr>
            <a:r>
              <a:rPr lang="en-US" altLang="zh-CN" sz="1600" b="1" dirty="0">
                <a:solidFill>
                  <a:schemeClr val="bg1"/>
                </a:solidFill>
                <a:cs typeface="+mn-ea"/>
                <a:sym typeface="+mn-lt"/>
              </a:rPr>
              <a:t>04</a:t>
            </a:r>
            <a:endParaRPr lang="zh-CN" altLang="en-US" sz="1600" b="1" dirty="0">
              <a:solidFill>
                <a:schemeClr val="bg1"/>
              </a:solidFill>
              <a:cs typeface="+mn-ea"/>
              <a:sym typeface="+mn-lt"/>
            </a:endParaRPr>
          </a:p>
        </p:txBody>
      </p:sp>
      <p:sp>
        <p:nvSpPr>
          <p:cNvPr id="67" name="iṡḷîdé"/>
          <p:cNvSpPr/>
          <p:nvPr/>
        </p:nvSpPr>
        <p:spPr>
          <a:xfrm>
            <a:off x="7000948" y="1529773"/>
            <a:ext cx="485997" cy="485996"/>
          </a:xfrm>
          <a:prstGeom prst="ellipse">
            <a:avLst/>
          </a:prstGeom>
          <a:solidFill>
            <a:schemeClr val="accent1"/>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fontScale="92500" lnSpcReduction="10000"/>
          </a:bodyPr>
          <a:lstStyle/>
          <a:p>
            <a:pPr algn="ctr" defTabSz="913765">
              <a:lnSpc>
                <a:spcPct val="125000"/>
              </a:lnSpc>
            </a:pPr>
            <a:r>
              <a:rPr lang="en-US" altLang="zh-CN" sz="1600" b="1" dirty="0">
                <a:solidFill>
                  <a:schemeClr val="bg1"/>
                </a:solidFill>
                <a:cs typeface="+mn-ea"/>
                <a:sym typeface="+mn-lt"/>
              </a:rPr>
              <a:t>01</a:t>
            </a:r>
            <a:endParaRPr lang="zh-CN" altLang="en-US" sz="1600" b="1" dirty="0">
              <a:solidFill>
                <a:schemeClr val="bg1"/>
              </a:solidFill>
              <a:cs typeface="+mn-ea"/>
              <a:sym typeface="+mn-lt"/>
            </a:endParaRPr>
          </a:p>
        </p:txBody>
      </p:sp>
      <p:sp>
        <p:nvSpPr>
          <p:cNvPr id="18" name="ï$lîďe"/>
          <p:cNvSpPr/>
          <p:nvPr/>
        </p:nvSpPr>
        <p:spPr>
          <a:xfrm>
            <a:off x="660400" y="2739982"/>
            <a:ext cx="5167876" cy="570349"/>
          </a:xfrm>
          <a:prstGeom prst="rect">
            <a:avLst/>
          </a:prstGeom>
          <a:effectLst/>
        </p:spPr>
        <p:txBody>
          <a:bodyPr wrap="square">
            <a:sp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59" name="îSḻïḑè"/>
          <p:cNvSpPr txBox="1"/>
          <p:nvPr/>
        </p:nvSpPr>
        <p:spPr>
          <a:xfrm>
            <a:off x="660400" y="1291118"/>
            <a:ext cx="5167876" cy="1042239"/>
          </a:xfrm>
          <a:prstGeom prst="rect">
            <a:avLst/>
          </a:prstGeom>
          <a:noFill/>
          <a:ln>
            <a:noFill/>
          </a:ln>
          <a:effectLst/>
        </p:spPr>
        <p:txBody>
          <a:bodyPr wrap="square" lIns="90000" tIns="46800" rIns="90000" bIns="46800" anchor="b" anchorCtr="0">
            <a:normAutofit/>
          </a:bodyPr>
          <a:lstStyle/>
          <a:p>
            <a:pPr>
              <a:lnSpc>
                <a:spcPct val="125000"/>
              </a:lnSpc>
              <a:buSzPct val="25000"/>
            </a:pPr>
            <a:r>
              <a:rPr lang="zh-CN" altLang="en-US" sz="2800" b="1" dirty="0">
                <a:solidFill>
                  <a:schemeClr val="tx1">
                    <a:lumMod val="75000"/>
                    <a:lumOff val="25000"/>
                  </a:schemeClr>
                </a:solidFill>
                <a:cs typeface="+mn-ea"/>
                <a:sym typeface="+mn-lt"/>
              </a:rPr>
              <a:t>输入文本</a:t>
            </a:r>
            <a:endParaRPr lang="en-US" sz="2800" b="1" dirty="0">
              <a:solidFill>
                <a:schemeClr val="tx1">
                  <a:lumMod val="75000"/>
                  <a:lumOff val="25000"/>
                </a:schemeClr>
              </a:solidFill>
              <a:cs typeface="+mn-ea"/>
              <a:sym typeface="+mn-lt"/>
            </a:endParaRPr>
          </a:p>
        </p:txBody>
      </p:sp>
      <p:cxnSp>
        <p:nvCxnSpPr>
          <p:cNvPr id="60" name="ïśḷide"/>
          <p:cNvCxnSpPr/>
          <p:nvPr/>
        </p:nvCxnSpPr>
        <p:spPr>
          <a:xfrm>
            <a:off x="781539" y="2533403"/>
            <a:ext cx="739245" cy="0"/>
          </a:xfrm>
          <a:prstGeom prst="line">
            <a:avLst/>
          </a:prstGeom>
          <a:ln w="47625" cap="sq">
            <a:solidFill>
              <a:schemeClr val="accent1"/>
            </a:solidFill>
            <a:bevel/>
          </a:ln>
          <a:effectLst/>
        </p:spPr>
        <p:style>
          <a:lnRef idx="1">
            <a:schemeClr val="accent1"/>
          </a:lnRef>
          <a:fillRef idx="0">
            <a:schemeClr val="accent1"/>
          </a:fillRef>
          <a:effectRef idx="0">
            <a:schemeClr val="accent1"/>
          </a:effectRef>
          <a:fontRef idx="minor">
            <a:schemeClr val="tx1"/>
          </a:fontRef>
        </p:style>
      </p:cxnSp>
      <p:sp>
        <p:nvSpPr>
          <p:cNvPr id="53" name="iṡ1íḓè"/>
          <p:cNvSpPr/>
          <p:nvPr/>
        </p:nvSpPr>
        <p:spPr>
          <a:xfrm>
            <a:off x="728962" y="3783979"/>
            <a:ext cx="819294" cy="819292"/>
          </a:xfrm>
          <a:prstGeom prst="ellipse">
            <a:avLst/>
          </a:prstGeom>
          <a:solidFill>
            <a:schemeClr val="accent1"/>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lnSpc>
                <a:spcPct val="125000"/>
              </a:lnSpc>
            </a:pPr>
            <a:endParaRPr lang="zh-CN" altLang="en-US" sz="2000" b="1" dirty="0">
              <a:solidFill>
                <a:schemeClr val="bg1"/>
              </a:solidFill>
              <a:cs typeface="+mn-ea"/>
              <a:sym typeface="+mn-lt"/>
            </a:endParaRPr>
          </a:p>
        </p:txBody>
      </p:sp>
      <p:sp>
        <p:nvSpPr>
          <p:cNvPr id="54" name="ïşliḍè"/>
          <p:cNvSpPr/>
          <p:nvPr/>
        </p:nvSpPr>
        <p:spPr>
          <a:xfrm>
            <a:off x="728962" y="5015194"/>
            <a:ext cx="819294" cy="819292"/>
          </a:xfrm>
          <a:prstGeom prst="ellipse">
            <a:avLst/>
          </a:prstGeom>
          <a:solidFill>
            <a:schemeClr val="accent2"/>
          </a:solidFill>
          <a:ln w="381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lnSpc>
                <a:spcPct val="125000"/>
              </a:lnSpc>
            </a:pPr>
            <a:endParaRPr lang="zh-CN" altLang="en-US" sz="2000" b="1" dirty="0">
              <a:solidFill>
                <a:schemeClr val="bg1"/>
              </a:solidFill>
              <a:cs typeface="+mn-ea"/>
              <a:sym typeface="+mn-lt"/>
            </a:endParaRPr>
          </a:p>
        </p:txBody>
      </p:sp>
      <p:sp>
        <p:nvSpPr>
          <p:cNvPr id="55" name="ïŝľíḓê"/>
          <p:cNvSpPr/>
          <p:nvPr/>
        </p:nvSpPr>
        <p:spPr>
          <a:xfrm>
            <a:off x="1820229" y="5012708"/>
            <a:ext cx="3134541" cy="824265"/>
          </a:xfrm>
          <a:prstGeom prst="rect">
            <a:avLst/>
          </a:prstGeom>
          <a:effectLst/>
        </p:spPr>
        <p:txBody>
          <a:bodyPr wrap="square" anchor="ctr" anchorCtr="0">
            <a:sp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58" name="íṧlídé"/>
          <p:cNvSpPr/>
          <p:nvPr/>
        </p:nvSpPr>
        <p:spPr>
          <a:xfrm>
            <a:off x="1820229" y="3781493"/>
            <a:ext cx="3134541" cy="824265"/>
          </a:xfrm>
          <a:prstGeom prst="rect">
            <a:avLst/>
          </a:prstGeom>
          <a:effectLst/>
        </p:spPr>
        <p:txBody>
          <a:bodyPr wrap="square" anchor="ctr" anchorCtr="0">
            <a:sp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46" name="ïś1iḋè"/>
          <p:cNvSpPr/>
          <p:nvPr/>
        </p:nvSpPr>
        <p:spPr bwMode="auto">
          <a:xfrm>
            <a:off x="7588225" y="4126585"/>
            <a:ext cx="3915489" cy="602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47" name="iṩ1iḋé"/>
          <p:cNvSpPr txBox="1"/>
          <p:nvPr/>
        </p:nvSpPr>
        <p:spPr bwMode="auto">
          <a:xfrm>
            <a:off x="7588225" y="3766847"/>
            <a:ext cx="3915489" cy="27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p>
            <a:pPr eaLnBrk="1" hangingPunct="1">
              <a:lnSpc>
                <a:spcPct val="145000"/>
              </a:lnSpc>
              <a:spcBef>
                <a:spcPct val="0"/>
              </a:spcBef>
              <a:buFontTx/>
              <a:buNone/>
            </a:pPr>
            <a:r>
              <a:rPr lang="zh-CN" altLang="en-US" sz="1600" b="1" dirty="0">
                <a:solidFill>
                  <a:schemeClr val="tx1">
                    <a:lumMod val="75000"/>
                    <a:lumOff val="25000"/>
                  </a:schemeClr>
                </a:solidFill>
                <a:cs typeface="+mn-ea"/>
                <a:sym typeface="+mn-lt"/>
              </a:rPr>
              <a:t>输入文本</a:t>
            </a:r>
          </a:p>
        </p:txBody>
      </p:sp>
      <p:sp>
        <p:nvSpPr>
          <p:cNvPr id="43" name="iṣļiďe"/>
          <p:cNvSpPr/>
          <p:nvPr/>
        </p:nvSpPr>
        <p:spPr bwMode="auto">
          <a:xfrm>
            <a:off x="7603411" y="2933933"/>
            <a:ext cx="3915489" cy="602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44" name="ïṣļîďê"/>
          <p:cNvSpPr txBox="1"/>
          <p:nvPr/>
        </p:nvSpPr>
        <p:spPr bwMode="auto">
          <a:xfrm>
            <a:off x="7603411" y="2574195"/>
            <a:ext cx="3915489" cy="27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p>
            <a:pPr eaLnBrk="1" hangingPunct="1">
              <a:lnSpc>
                <a:spcPct val="145000"/>
              </a:lnSpc>
              <a:spcBef>
                <a:spcPct val="0"/>
              </a:spcBef>
              <a:buFontTx/>
              <a:buNone/>
            </a:pPr>
            <a:r>
              <a:rPr lang="zh-CN" altLang="en-US" sz="1600" b="1" dirty="0">
                <a:solidFill>
                  <a:schemeClr val="tx1">
                    <a:lumMod val="75000"/>
                    <a:lumOff val="25000"/>
                  </a:schemeClr>
                </a:solidFill>
                <a:cs typeface="+mn-ea"/>
                <a:sym typeface="+mn-lt"/>
              </a:rPr>
              <a:t>输入文本</a:t>
            </a:r>
          </a:p>
        </p:txBody>
      </p:sp>
      <p:sp>
        <p:nvSpPr>
          <p:cNvPr id="40" name="ïṡļïḑè"/>
          <p:cNvSpPr/>
          <p:nvPr/>
        </p:nvSpPr>
        <p:spPr bwMode="auto">
          <a:xfrm>
            <a:off x="7588225" y="5319237"/>
            <a:ext cx="3915489" cy="602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41" name="ïŝlíḍè"/>
          <p:cNvSpPr txBox="1"/>
          <p:nvPr/>
        </p:nvSpPr>
        <p:spPr bwMode="auto">
          <a:xfrm>
            <a:off x="7588225" y="4959499"/>
            <a:ext cx="3915489" cy="27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p>
            <a:pPr eaLnBrk="1" hangingPunct="1">
              <a:lnSpc>
                <a:spcPct val="145000"/>
              </a:lnSpc>
              <a:spcBef>
                <a:spcPct val="0"/>
              </a:spcBef>
              <a:buFontTx/>
              <a:buNone/>
            </a:pPr>
            <a:r>
              <a:rPr lang="zh-CN" altLang="en-US" sz="1600" b="1" dirty="0">
                <a:solidFill>
                  <a:schemeClr val="tx1">
                    <a:lumMod val="75000"/>
                    <a:lumOff val="25000"/>
                  </a:schemeClr>
                </a:solidFill>
                <a:cs typeface="+mn-ea"/>
                <a:sym typeface="+mn-lt"/>
              </a:rPr>
              <a:t>输入文本</a:t>
            </a:r>
          </a:p>
        </p:txBody>
      </p:sp>
      <p:sp>
        <p:nvSpPr>
          <p:cNvPr id="37" name="íṣḷïďê"/>
          <p:cNvSpPr/>
          <p:nvPr/>
        </p:nvSpPr>
        <p:spPr bwMode="auto">
          <a:xfrm>
            <a:off x="7603411" y="1741281"/>
            <a:ext cx="3915489" cy="602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fontScale="92500"/>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请替换文字内容，修改文字内容，也可以直接复制你的内容到此请替换文字内容请替换文字内容请替换文字内容请替换文字内容</a:t>
            </a:r>
            <a:endParaRPr lang="en-US" altLang="zh-CN" sz="1100" dirty="0">
              <a:solidFill>
                <a:schemeClr val="tx1">
                  <a:lumMod val="50000"/>
                  <a:lumOff val="50000"/>
                </a:schemeClr>
              </a:solidFill>
              <a:cs typeface="+mn-ea"/>
              <a:sym typeface="+mn-lt"/>
            </a:endParaRPr>
          </a:p>
        </p:txBody>
      </p:sp>
      <p:sp>
        <p:nvSpPr>
          <p:cNvPr id="38" name="íşľïḋe"/>
          <p:cNvSpPr txBox="1"/>
          <p:nvPr/>
        </p:nvSpPr>
        <p:spPr bwMode="auto">
          <a:xfrm>
            <a:off x="7603411" y="1381543"/>
            <a:ext cx="3915489" cy="278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p>
            <a:pPr eaLnBrk="1" hangingPunct="1">
              <a:lnSpc>
                <a:spcPct val="145000"/>
              </a:lnSpc>
              <a:spcBef>
                <a:spcPct val="0"/>
              </a:spcBef>
              <a:buFontTx/>
              <a:buNone/>
            </a:pPr>
            <a:r>
              <a:rPr lang="zh-CN" altLang="en-US" sz="1600" b="1" dirty="0">
                <a:solidFill>
                  <a:schemeClr val="tx1">
                    <a:lumMod val="75000"/>
                    <a:lumOff val="25000"/>
                  </a:schemeClr>
                </a:solidFill>
                <a:cs typeface="+mn-ea"/>
                <a:sym typeface="+mn-lt"/>
              </a:rPr>
              <a:t>输入文本</a:t>
            </a:r>
          </a:p>
        </p:txBody>
      </p:sp>
      <p:cxnSp>
        <p:nvCxnSpPr>
          <p:cNvPr id="36" name="iṩḻíḍé"/>
          <p:cNvCxnSpPr/>
          <p:nvPr/>
        </p:nvCxnSpPr>
        <p:spPr>
          <a:xfrm>
            <a:off x="6165850" y="1291118"/>
            <a:ext cx="0" cy="4611930"/>
          </a:xfrm>
          <a:prstGeom prst="line">
            <a:avLst/>
          </a:prstGeom>
          <a:ln w="3175">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cxnSp>
      <p:sp>
        <p:nvSpPr>
          <p:cNvPr id="61" name="iṩľiḋê"/>
          <p:cNvSpPr>
            <a:spLocks noChangeAspect="1"/>
          </p:cNvSpPr>
          <p:nvPr/>
        </p:nvSpPr>
        <p:spPr bwMode="auto">
          <a:xfrm>
            <a:off x="909777" y="4009213"/>
            <a:ext cx="457665" cy="368824"/>
          </a:xfrm>
          <a:custGeom>
            <a:avLst/>
            <a:gdLst>
              <a:gd name="T0" fmla="*/ 204 w 216"/>
              <a:gd name="T1" fmla="*/ 0 h 172"/>
              <a:gd name="T2" fmla="*/ 216 w 216"/>
              <a:gd name="T3" fmla="*/ 12 h 172"/>
              <a:gd name="T4" fmla="*/ 216 w 216"/>
              <a:gd name="T5" fmla="*/ 136 h 172"/>
              <a:gd name="T6" fmla="*/ 204 w 216"/>
              <a:gd name="T7" fmla="*/ 148 h 172"/>
              <a:gd name="T8" fmla="*/ 80 w 216"/>
              <a:gd name="T9" fmla="*/ 148 h 172"/>
              <a:gd name="T10" fmla="*/ 48 w 216"/>
              <a:gd name="T11" fmla="*/ 172 h 172"/>
              <a:gd name="T12" fmla="*/ 48 w 216"/>
              <a:gd name="T13" fmla="*/ 148 h 172"/>
              <a:gd name="T14" fmla="*/ 12 w 216"/>
              <a:gd name="T15" fmla="*/ 148 h 172"/>
              <a:gd name="T16" fmla="*/ 0 w 216"/>
              <a:gd name="T17" fmla="*/ 136 h 172"/>
              <a:gd name="T18" fmla="*/ 0 w 216"/>
              <a:gd name="T19" fmla="*/ 12 h 172"/>
              <a:gd name="T20" fmla="*/ 12 w 216"/>
              <a:gd name="T21" fmla="*/ 0 h 172"/>
              <a:gd name="T22" fmla="*/ 204 w 216"/>
              <a:gd name="T23" fmla="*/ 0 h 172"/>
              <a:gd name="T24" fmla="*/ 52 w 216"/>
              <a:gd name="T25" fmla="*/ 60 h 172"/>
              <a:gd name="T26" fmla="*/ 38 w 216"/>
              <a:gd name="T27" fmla="*/ 74 h 172"/>
              <a:gd name="T28" fmla="*/ 52 w 216"/>
              <a:gd name="T29" fmla="*/ 88 h 172"/>
              <a:gd name="T30" fmla="*/ 66 w 216"/>
              <a:gd name="T31" fmla="*/ 74 h 172"/>
              <a:gd name="T32" fmla="*/ 52 w 216"/>
              <a:gd name="T33" fmla="*/ 60 h 172"/>
              <a:gd name="T34" fmla="*/ 108 w 216"/>
              <a:gd name="T35" fmla="*/ 60 h 172"/>
              <a:gd name="T36" fmla="*/ 94 w 216"/>
              <a:gd name="T37" fmla="*/ 74 h 172"/>
              <a:gd name="T38" fmla="*/ 108 w 216"/>
              <a:gd name="T39" fmla="*/ 88 h 172"/>
              <a:gd name="T40" fmla="*/ 122 w 216"/>
              <a:gd name="T41" fmla="*/ 74 h 172"/>
              <a:gd name="T42" fmla="*/ 108 w 216"/>
              <a:gd name="T43" fmla="*/ 60 h 172"/>
              <a:gd name="T44" fmla="*/ 164 w 216"/>
              <a:gd name="T45" fmla="*/ 60 h 172"/>
              <a:gd name="T46" fmla="*/ 150 w 216"/>
              <a:gd name="T47" fmla="*/ 74 h 172"/>
              <a:gd name="T48" fmla="*/ 164 w 216"/>
              <a:gd name="T49" fmla="*/ 88 h 172"/>
              <a:gd name="T50" fmla="*/ 178 w 216"/>
              <a:gd name="T51" fmla="*/ 74 h 172"/>
              <a:gd name="T52" fmla="*/ 164 w 216"/>
              <a:gd name="T53" fmla="*/ 6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 h="172">
                <a:moveTo>
                  <a:pt x="204" y="0"/>
                </a:moveTo>
                <a:cubicBezTo>
                  <a:pt x="211" y="0"/>
                  <a:pt x="216" y="5"/>
                  <a:pt x="216" y="12"/>
                </a:cubicBezTo>
                <a:cubicBezTo>
                  <a:pt x="216" y="136"/>
                  <a:pt x="216" y="136"/>
                  <a:pt x="216" y="136"/>
                </a:cubicBezTo>
                <a:cubicBezTo>
                  <a:pt x="216" y="143"/>
                  <a:pt x="211" y="148"/>
                  <a:pt x="204" y="148"/>
                </a:cubicBezTo>
                <a:cubicBezTo>
                  <a:pt x="80" y="148"/>
                  <a:pt x="80" y="148"/>
                  <a:pt x="80" y="148"/>
                </a:cubicBezTo>
                <a:cubicBezTo>
                  <a:pt x="48" y="172"/>
                  <a:pt x="48" y="172"/>
                  <a:pt x="48" y="172"/>
                </a:cubicBezTo>
                <a:cubicBezTo>
                  <a:pt x="48" y="148"/>
                  <a:pt x="48" y="148"/>
                  <a:pt x="48" y="148"/>
                </a:cubicBezTo>
                <a:cubicBezTo>
                  <a:pt x="12" y="148"/>
                  <a:pt x="12" y="148"/>
                  <a:pt x="12" y="148"/>
                </a:cubicBezTo>
                <a:cubicBezTo>
                  <a:pt x="5" y="148"/>
                  <a:pt x="0" y="143"/>
                  <a:pt x="0" y="136"/>
                </a:cubicBezTo>
                <a:cubicBezTo>
                  <a:pt x="0" y="12"/>
                  <a:pt x="0" y="12"/>
                  <a:pt x="0" y="12"/>
                </a:cubicBezTo>
                <a:cubicBezTo>
                  <a:pt x="0" y="5"/>
                  <a:pt x="5" y="0"/>
                  <a:pt x="12" y="0"/>
                </a:cubicBezTo>
                <a:lnTo>
                  <a:pt x="204" y="0"/>
                </a:lnTo>
                <a:close/>
                <a:moveTo>
                  <a:pt x="52" y="60"/>
                </a:moveTo>
                <a:cubicBezTo>
                  <a:pt x="44" y="60"/>
                  <a:pt x="38" y="66"/>
                  <a:pt x="38" y="74"/>
                </a:cubicBezTo>
                <a:cubicBezTo>
                  <a:pt x="38" y="82"/>
                  <a:pt x="44" y="88"/>
                  <a:pt x="52" y="88"/>
                </a:cubicBezTo>
                <a:cubicBezTo>
                  <a:pt x="60" y="88"/>
                  <a:pt x="66" y="82"/>
                  <a:pt x="66" y="74"/>
                </a:cubicBezTo>
                <a:cubicBezTo>
                  <a:pt x="66" y="66"/>
                  <a:pt x="60" y="60"/>
                  <a:pt x="52" y="60"/>
                </a:cubicBezTo>
                <a:close/>
                <a:moveTo>
                  <a:pt x="108" y="60"/>
                </a:moveTo>
                <a:cubicBezTo>
                  <a:pt x="100" y="60"/>
                  <a:pt x="94" y="66"/>
                  <a:pt x="94" y="74"/>
                </a:cubicBezTo>
                <a:cubicBezTo>
                  <a:pt x="94" y="82"/>
                  <a:pt x="100" y="88"/>
                  <a:pt x="108" y="88"/>
                </a:cubicBezTo>
                <a:cubicBezTo>
                  <a:pt x="116" y="88"/>
                  <a:pt x="122" y="82"/>
                  <a:pt x="122" y="74"/>
                </a:cubicBezTo>
                <a:cubicBezTo>
                  <a:pt x="122" y="66"/>
                  <a:pt x="116" y="60"/>
                  <a:pt x="108" y="60"/>
                </a:cubicBezTo>
                <a:close/>
                <a:moveTo>
                  <a:pt x="164" y="60"/>
                </a:moveTo>
                <a:cubicBezTo>
                  <a:pt x="156" y="60"/>
                  <a:pt x="150" y="66"/>
                  <a:pt x="150" y="74"/>
                </a:cubicBezTo>
                <a:cubicBezTo>
                  <a:pt x="150" y="82"/>
                  <a:pt x="156" y="88"/>
                  <a:pt x="164" y="88"/>
                </a:cubicBezTo>
                <a:cubicBezTo>
                  <a:pt x="172" y="88"/>
                  <a:pt x="178" y="82"/>
                  <a:pt x="178" y="74"/>
                </a:cubicBezTo>
                <a:cubicBezTo>
                  <a:pt x="178" y="66"/>
                  <a:pt x="172" y="60"/>
                  <a:pt x="164" y="60"/>
                </a:cubicBezTo>
                <a:close/>
              </a:path>
            </a:pathLst>
          </a:custGeom>
          <a:solidFill>
            <a:schemeClr val="bg1"/>
          </a:solidFill>
          <a:ln>
            <a:noFill/>
          </a:ln>
          <a:effectLst/>
        </p:spPr>
        <p:txBody>
          <a:bodyPr/>
          <a:lstStyle/>
          <a:p>
            <a:pPr>
              <a:lnSpc>
                <a:spcPct val="125000"/>
              </a:lnSpc>
            </a:pPr>
            <a:endParaRPr lang="zh-CN" altLang="en-US">
              <a:cs typeface="+mn-ea"/>
              <a:sym typeface="+mn-lt"/>
            </a:endParaRPr>
          </a:p>
        </p:txBody>
      </p:sp>
      <p:sp>
        <p:nvSpPr>
          <p:cNvPr id="66" name="ïsḷîdé"/>
          <p:cNvSpPr>
            <a:spLocks noChangeAspect="1"/>
          </p:cNvSpPr>
          <p:nvPr/>
        </p:nvSpPr>
        <p:spPr bwMode="auto">
          <a:xfrm>
            <a:off x="909777" y="5251599"/>
            <a:ext cx="457665" cy="346481"/>
          </a:xfrm>
          <a:custGeom>
            <a:avLst/>
            <a:gdLst>
              <a:gd name="T0" fmla="*/ 212 w 224"/>
              <a:gd name="T1" fmla="*/ 0 h 168"/>
              <a:gd name="T2" fmla="*/ 224 w 224"/>
              <a:gd name="T3" fmla="*/ 12 h 168"/>
              <a:gd name="T4" fmla="*/ 224 w 224"/>
              <a:gd name="T5" fmla="*/ 156 h 168"/>
              <a:gd name="T6" fmla="*/ 212 w 224"/>
              <a:gd name="T7" fmla="*/ 168 h 168"/>
              <a:gd name="T8" fmla="*/ 12 w 224"/>
              <a:gd name="T9" fmla="*/ 168 h 168"/>
              <a:gd name="T10" fmla="*/ 0 w 224"/>
              <a:gd name="T11" fmla="*/ 156 h 168"/>
              <a:gd name="T12" fmla="*/ 0 w 224"/>
              <a:gd name="T13" fmla="*/ 12 h 168"/>
              <a:gd name="T14" fmla="*/ 12 w 224"/>
              <a:gd name="T15" fmla="*/ 0 h 168"/>
              <a:gd name="T16" fmla="*/ 212 w 224"/>
              <a:gd name="T17" fmla="*/ 0 h 168"/>
              <a:gd name="T18" fmla="*/ 164 w 224"/>
              <a:gd name="T19" fmla="*/ 83 h 168"/>
              <a:gd name="T20" fmla="*/ 147 w 224"/>
              <a:gd name="T21" fmla="*/ 85 h 168"/>
              <a:gd name="T22" fmla="*/ 112 w 224"/>
              <a:gd name="T23" fmla="*/ 132 h 168"/>
              <a:gd name="T24" fmla="*/ 111 w 224"/>
              <a:gd name="T25" fmla="*/ 133 h 168"/>
              <a:gd name="T26" fmla="*/ 94 w 224"/>
              <a:gd name="T27" fmla="*/ 134 h 168"/>
              <a:gd name="T28" fmla="*/ 68 w 224"/>
              <a:gd name="T29" fmla="*/ 108 h 168"/>
              <a:gd name="T30" fmla="*/ 67 w 224"/>
              <a:gd name="T31" fmla="*/ 107 h 168"/>
              <a:gd name="T32" fmla="*/ 50 w 224"/>
              <a:gd name="T33" fmla="*/ 109 h 168"/>
              <a:gd name="T34" fmla="*/ 13 w 224"/>
              <a:gd name="T35" fmla="*/ 153 h 168"/>
              <a:gd name="T36" fmla="*/ 12 w 224"/>
              <a:gd name="T37" fmla="*/ 156 h 168"/>
              <a:gd name="T38" fmla="*/ 16 w 224"/>
              <a:gd name="T39" fmla="*/ 160 h 168"/>
              <a:gd name="T40" fmla="*/ 209 w 224"/>
              <a:gd name="T41" fmla="*/ 160 h 168"/>
              <a:gd name="T42" fmla="*/ 211 w 224"/>
              <a:gd name="T43" fmla="*/ 159 h 168"/>
              <a:gd name="T44" fmla="*/ 212 w 224"/>
              <a:gd name="T45" fmla="*/ 154 h 168"/>
              <a:gd name="T46" fmla="*/ 167 w 224"/>
              <a:gd name="T47" fmla="*/ 86 h 168"/>
              <a:gd name="T48" fmla="*/ 164 w 224"/>
              <a:gd name="T49" fmla="*/ 83 h 168"/>
              <a:gd name="T50" fmla="*/ 40 w 224"/>
              <a:gd name="T51" fmla="*/ 24 h 168"/>
              <a:gd name="T52" fmla="*/ 24 w 224"/>
              <a:gd name="T53" fmla="*/ 40 h 168"/>
              <a:gd name="T54" fmla="*/ 40 w 224"/>
              <a:gd name="T55" fmla="*/ 56 h 168"/>
              <a:gd name="T56" fmla="*/ 56 w 224"/>
              <a:gd name="T57" fmla="*/ 40 h 168"/>
              <a:gd name="T58" fmla="*/ 40 w 224"/>
              <a:gd name="T59"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4" h="168">
                <a:moveTo>
                  <a:pt x="212" y="0"/>
                </a:moveTo>
                <a:cubicBezTo>
                  <a:pt x="219" y="0"/>
                  <a:pt x="224" y="5"/>
                  <a:pt x="224" y="12"/>
                </a:cubicBezTo>
                <a:cubicBezTo>
                  <a:pt x="224" y="156"/>
                  <a:pt x="224" y="156"/>
                  <a:pt x="224" y="156"/>
                </a:cubicBezTo>
                <a:cubicBezTo>
                  <a:pt x="224" y="163"/>
                  <a:pt x="219" y="168"/>
                  <a:pt x="212" y="168"/>
                </a:cubicBezTo>
                <a:cubicBezTo>
                  <a:pt x="12" y="168"/>
                  <a:pt x="12" y="168"/>
                  <a:pt x="12" y="168"/>
                </a:cubicBezTo>
                <a:cubicBezTo>
                  <a:pt x="5" y="168"/>
                  <a:pt x="0" y="163"/>
                  <a:pt x="0" y="156"/>
                </a:cubicBezTo>
                <a:cubicBezTo>
                  <a:pt x="0" y="12"/>
                  <a:pt x="0" y="12"/>
                  <a:pt x="0" y="12"/>
                </a:cubicBezTo>
                <a:cubicBezTo>
                  <a:pt x="0" y="5"/>
                  <a:pt x="5" y="0"/>
                  <a:pt x="12" y="0"/>
                </a:cubicBezTo>
                <a:lnTo>
                  <a:pt x="212" y="0"/>
                </a:lnTo>
                <a:close/>
                <a:moveTo>
                  <a:pt x="164" y="83"/>
                </a:moveTo>
                <a:cubicBezTo>
                  <a:pt x="159" y="79"/>
                  <a:pt x="151" y="80"/>
                  <a:pt x="147" y="85"/>
                </a:cubicBezTo>
                <a:cubicBezTo>
                  <a:pt x="112" y="132"/>
                  <a:pt x="112" y="132"/>
                  <a:pt x="112" y="132"/>
                </a:cubicBezTo>
                <a:cubicBezTo>
                  <a:pt x="112" y="133"/>
                  <a:pt x="111" y="133"/>
                  <a:pt x="111" y="133"/>
                </a:cubicBezTo>
                <a:cubicBezTo>
                  <a:pt x="106" y="138"/>
                  <a:pt x="99" y="138"/>
                  <a:pt x="94" y="134"/>
                </a:cubicBezTo>
                <a:cubicBezTo>
                  <a:pt x="68" y="108"/>
                  <a:pt x="68" y="108"/>
                  <a:pt x="68" y="108"/>
                </a:cubicBezTo>
                <a:cubicBezTo>
                  <a:pt x="67" y="107"/>
                  <a:pt x="67" y="107"/>
                  <a:pt x="67" y="107"/>
                </a:cubicBezTo>
                <a:cubicBezTo>
                  <a:pt x="62" y="103"/>
                  <a:pt x="54" y="104"/>
                  <a:pt x="50" y="109"/>
                </a:cubicBezTo>
                <a:cubicBezTo>
                  <a:pt x="13" y="153"/>
                  <a:pt x="13" y="153"/>
                  <a:pt x="13" y="153"/>
                </a:cubicBezTo>
                <a:cubicBezTo>
                  <a:pt x="13" y="154"/>
                  <a:pt x="12" y="155"/>
                  <a:pt x="12" y="156"/>
                </a:cubicBezTo>
                <a:cubicBezTo>
                  <a:pt x="12" y="158"/>
                  <a:pt x="14" y="160"/>
                  <a:pt x="16" y="160"/>
                </a:cubicBezTo>
                <a:cubicBezTo>
                  <a:pt x="209" y="160"/>
                  <a:pt x="209" y="160"/>
                  <a:pt x="209" y="160"/>
                </a:cubicBezTo>
                <a:cubicBezTo>
                  <a:pt x="209" y="160"/>
                  <a:pt x="210" y="160"/>
                  <a:pt x="211" y="159"/>
                </a:cubicBezTo>
                <a:cubicBezTo>
                  <a:pt x="213" y="158"/>
                  <a:pt x="213" y="156"/>
                  <a:pt x="212" y="154"/>
                </a:cubicBezTo>
                <a:cubicBezTo>
                  <a:pt x="167" y="86"/>
                  <a:pt x="167" y="86"/>
                  <a:pt x="167" y="86"/>
                </a:cubicBezTo>
                <a:cubicBezTo>
                  <a:pt x="166" y="85"/>
                  <a:pt x="165" y="84"/>
                  <a:pt x="164" y="83"/>
                </a:cubicBezTo>
                <a:close/>
                <a:moveTo>
                  <a:pt x="40" y="24"/>
                </a:moveTo>
                <a:cubicBezTo>
                  <a:pt x="31" y="24"/>
                  <a:pt x="24" y="31"/>
                  <a:pt x="24" y="40"/>
                </a:cubicBezTo>
                <a:cubicBezTo>
                  <a:pt x="24" y="49"/>
                  <a:pt x="31" y="56"/>
                  <a:pt x="40" y="56"/>
                </a:cubicBezTo>
                <a:cubicBezTo>
                  <a:pt x="49" y="56"/>
                  <a:pt x="56" y="49"/>
                  <a:pt x="56" y="40"/>
                </a:cubicBezTo>
                <a:cubicBezTo>
                  <a:pt x="56" y="31"/>
                  <a:pt x="49" y="24"/>
                  <a:pt x="40" y="24"/>
                </a:cubicBezTo>
                <a:close/>
              </a:path>
            </a:pathLst>
          </a:custGeom>
          <a:solidFill>
            <a:schemeClr val="bg1"/>
          </a:solidFill>
          <a:ln>
            <a:noFill/>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pPr>
            <a:endParaRPr lang="zh-CN" altLang="en-US">
              <a:cs typeface="+mn-ea"/>
              <a:sym typeface="+mn-lt"/>
            </a:endParaRPr>
          </a:p>
        </p:txBody>
      </p:sp>
      <p:grpSp>
        <p:nvGrpSpPr>
          <p:cNvPr id="28" name="组合 27"/>
          <p:cNvGrpSpPr/>
          <p:nvPr/>
        </p:nvGrpSpPr>
        <p:grpSpPr>
          <a:xfrm>
            <a:off x="199289" y="258436"/>
            <a:ext cx="4355770" cy="655320"/>
            <a:chOff x="363500" y="173190"/>
            <a:chExt cx="4355770" cy="655320"/>
          </a:xfrm>
        </p:grpSpPr>
        <p:sp>
          <p:nvSpPr>
            <p:cNvPr id="29"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研究重点与难点</a:t>
              </a:r>
            </a:p>
          </p:txBody>
        </p:sp>
        <p:sp>
          <p:nvSpPr>
            <p:cNvPr id="30"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31" name="椭圆 30"/>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22205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73100" y="1517748"/>
            <a:ext cx="10845800" cy="4169852"/>
            <a:chOff x="673100" y="1517748"/>
            <a:chExt cx="10845800" cy="4169852"/>
          </a:xfrm>
        </p:grpSpPr>
        <p:grpSp>
          <p:nvGrpSpPr>
            <p:cNvPr id="81" name="išliḍé"/>
            <p:cNvGrpSpPr/>
            <p:nvPr/>
          </p:nvGrpSpPr>
          <p:grpSpPr>
            <a:xfrm>
              <a:off x="2364566" y="1517748"/>
              <a:ext cx="7462868" cy="4163774"/>
              <a:chOff x="2364567" y="1792068"/>
              <a:chExt cx="7462868" cy="4163774"/>
            </a:xfrm>
          </p:grpSpPr>
          <p:cxnSp>
            <p:nvCxnSpPr>
              <p:cNvPr id="90" name="直接连接符 89"/>
              <p:cNvCxnSpPr/>
              <p:nvPr/>
            </p:nvCxnSpPr>
            <p:spPr>
              <a:xfrm flipH="1" flipV="1">
                <a:off x="8393530" y="2813893"/>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1" name="直接连接符 90"/>
              <p:cNvCxnSpPr/>
              <p:nvPr/>
            </p:nvCxnSpPr>
            <p:spPr>
              <a:xfrm flipH="1">
                <a:off x="8393530" y="4648509"/>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2" name="直接连接符 91"/>
              <p:cNvCxnSpPr/>
              <p:nvPr/>
            </p:nvCxnSpPr>
            <p:spPr>
              <a:xfrm flipH="1" flipV="1">
                <a:off x="8393530" y="5301793"/>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3" name="直接连接符 92"/>
              <p:cNvCxnSpPr/>
              <p:nvPr/>
            </p:nvCxnSpPr>
            <p:spPr>
              <a:xfrm>
                <a:off x="3035101" y="2166810"/>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4" name="直接连接符 93"/>
              <p:cNvCxnSpPr/>
              <p:nvPr/>
            </p:nvCxnSpPr>
            <p:spPr>
              <a:xfrm flipV="1">
                <a:off x="3035101" y="2820094"/>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5" name="直接连接符 94"/>
              <p:cNvCxnSpPr/>
              <p:nvPr/>
            </p:nvCxnSpPr>
            <p:spPr>
              <a:xfrm>
                <a:off x="3035101" y="4654710"/>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6" name="直接连接符 95"/>
              <p:cNvCxnSpPr/>
              <p:nvPr/>
            </p:nvCxnSpPr>
            <p:spPr>
              <a:xfrm flipV="1">
                <a:off x="3035101" y="5307994"/>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7" name="直接连接符 96"/>
              <p:cNvCxnSpPr/>
              <p:nvPr/>
            </p:nvCxnSpPr>
            <p:spPr>
              <a:xfrm flipH="1">
                <a:off x="8393530" y="2160609"/>
                <a:ext cx="764740" cy="233380"/>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8" name="直接连接符 97"/>
              <p:cNvCxnSpPr/>
              <p:nvPr/>
            </p:nvCxnSpPr>
            <p:spPr>
              <a:xfrm flipH="1">
                <a:off x="6736673" y="2954971"/>
                <a:ext cx="681848" cy="504157"/>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9" name="直接连接符 98"/>
              <p:cNvCxnSpPr/>
              <p:nvPr/>
            </p:nvCxnSpPr>
            <p:spPr>
              <a:xfrm flipH="1">
                <a:off x="4780248" y="4403842"/>
                <a:ext cx="681848" cy="504157"/>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0" name="直接连接符 99"/>
              <p:cNvCxnSpPr/>
              <p:nvPr/>
            </p:nvCxnSpPr>
            <p:spPr>
              <a:xfrm>
                <a:off x="4788500" y="2918086"/>
                <a:ext cx="681848" cy="504157"/>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1" name="直接连接符 100"/>
              <p:cNvCxnSpPr/>
              <p:nvPr/>
            </p:nvCxnSpPr>
            <p:spPr>
              <a:xfrm>
                <a:off x="6744925" y="4366957"/>
                <a:ext cx="681848" cy="504157"/>
              </a:xfrm>
              <a:prstGeom prst="line">
                <a:avLst/>
              </a:prstGeom>
              <a:ln w="1587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sp>
            <p:nvSpPr>
              <p:cNvPr id="102" name="işļîḋe"/>
              <p:cNvSpPr/>
              <p:nvPr/>
            </p:nvSpPr>
            <p:spPr>
              <a:xfrm>
                <a:off x="5245513" y="3075912"/>
                <a:ext cx="1700977" cy="1711147"/>
              </a:xfrm>
              <a:prstGeom prst="ellipse">
                <a:avLst/>
              </a:prstGeom>
              <a:solidFill>
                <a:schemeClr val="accent1"/>
              </a:solid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olidFill>
                      <a:schemeClr val="bg1"/>
                    </a:solidFill>
                  </a:rPr>
                  <a:t>输入文本</a:t>
                </a:r>
                <a:endParaRPr lang="en-US" b="1" dirty="0">
                  <a:solidFill>
                    <a:schemeClr val="bg1"/>
                  </a:solidFill>
                </a:endParaRPr>
              </a:p>
            </p:txBody>
          </p:sp>
          <p:sp>
            <p:nvSpPr>
              <p:cNvPr id="103" name="íṣḻiďé"/>
              <p:cNvSpPr/>
              <p:nvPr/>
            </p:nvSpPr>
            <p:spPr>
              <a:xfrm>
                <a:off x="3716948" y="2059227"/>
                <a:ext cx="1151456" cy="1151456"/>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rPr>
                  <a:t>文本</a:t>
                </a:r>
                <a:endParaRPr lang="en-US" sz="1600" dirty="0">
                  <a:solidFill>
                    <a:schemeClr val="bg1"/>
                  </a:solidFill>
                </a:endParaRPr>
              </a:p>
            </p:txBody>
          </p:sp>
          <p:sp>
            <p:nvSpPr>
              <p:cNvPr id="104" name="iṩḷíḑe"/>
              <p:cNvSpPr/>
              <p:nvPr/>
            </p:nvSpPr>
            <p:spPr>
              <a:xfrm>
                <a:off x="3716948" y="4539443"/>
                <a:ext cx="1151456" cy="1151456"/>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rPr>
                  <a:t>文本</a:t>
                </a:r>
                <a:endParaRPr lang="en-US" altLang="zh-CN" sz="1600" dirty="0">
                  <a:solidFill>
                    <a:schemeClr val="bg1"/>
                  </a:solidFill>
                </a:endParaRPr>
              </a:p>
            </p:txBody>
          </p:sp>
          <p:sp>
            <p:nvSpPr>
              <p:cNvPr id="105" name="îṧļiḓe"/>
              <p:cNvSpPr/>
              <p:nvPr/>
            </p:nvSpPr>
            <p:spPr>
              <a:xfrm>
                <a:off x="2368143" y="1792068"/>
                <a:ext cx="704118"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06" name="ïṩḻiḋe"/>
              <p:cNvSpPr/>
              <p:nvPr/>
            </p:nvSpPr>
            <p:spPr bwMode="auto">
              <a:xfrm>
                <a:off x="2599191" y="2037804"/>
                <a:ext cx="234871"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07" name="i$1îḓè"/>
              <p:cNvSpPr/>
              <p:nvPr/>
            </p:nvSpPr>
            <p:spPr>
              <a:xfrm>
                <a:off x="2372108" y="2773726"/>
                <a:ext cx="704118"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08" name="ïś1iḍe"/>
              <p:cNvSpPr/>
              <p:nvPr/>
            </p:nvSpPr>
            <p:spPr bwMode="auto">
              <a:xfrm>
                <a:off x="2603156" y="3019463"/>
                <a:ext cx="234871"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09" name="iṣļiḍè"/>
              <p:cNvSpPr/>
              <p:nvPr/>
            </p:nvSpPr>
            <p:spPr>
              <a:xfrm>
                <a:off x="2364567" y="4274501"/>
                <a:ext cx="704117"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0" name="îṩḻîḋè"/>
              <p:cNvSpPr/>
              <p:nvPr/>
            </p:nvSpPr>
            <p:spPr bwMode="auto">
              <a:xfrm>
                <a:off x="2595615" y="4520238"/>
                <a:ext cx="234870"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11" name="íslíďé"/>
              <p:cNvSpPr/>
              <p:nvPr/>
            </p:nvSpPr>
            <p:spPr>
              <a:xfrm>
                <a:off x="2364567" y="5251725"/>
                <a:ext cx="704117"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2" name="iśľîḓê"/>
              <p:cNvSpPr/>
              <p:nvPr/>
            </p:nvSpPr>
            <p:spPr bwMode="auto">
              <a:xfrm>
                <a:off x="2595615" y="5497461"/>
                <a:ext cx="234870"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13" name="îṥḷíḓe"/>
              <p:cNvSpPr/>
              <p:nvPr/>
            </p:nvSpPr>
            <p:spPr>
              <a:xfrm flipH="1">
                <a:off x="7323597" y="2059227"/>
                <a:ext cx="1151456" cy="1151456"/>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rPr>
                  <a:t>文本</a:t>
                </a:r>
                <a:endParaRPr lang="en-US" altLang="zh-CN" sz="1600" dirty="0">
                  <a:solidFill>
                    <a:schemeClr val="bg1"/>
                  </a:solidFill>
                </a:endParaRPr>
              </a:p>
            </p:txBody>
          </p:sp>
          <p:sp>
            <p:nvSpPr>
              <p:cNvPr id="114" name="iṩľíde"/>
              <p:cNvSpPr/>
              <p:nvPr/>
            </p:nvSpPr>
            <p:spPr>
              <a:xfrm flipH="1">
                <a:off x="7323597" y="4539443"/>
                <a:ext cx="1151456" cy="1151456"/>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rPr>
                  <a:t>文本</a:t>
                </a:r>
                <a:endParaRPr lang="en-US" altLang="zh-CN" sz="1600" dirty="0">
                  <a:solidFill>
                    <a:schemeClr val="bg1"/>
                  </a:solidFill>
                </a:endParaRPr>
              </a:p>
            </p:txBody>
          </p:sp>
          <p:sp>
            <p:nvSpPr>
              <p:cNvPr id="115" name="îŝ1íḑé"/>
              <p:cNvSpPr/>
              <p:nvPr/>
            </p:nvSpPr>
            <p:spPr>
              <a:xfrm>
                <a:off x="9115776" y="1792068"/>
                <a:ext cx="704118"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6" name="iṣḻîḋé"/>
              <p:cNvSpPr/>
              <p:nvPr/>
            </p:nvSpPr>
            <p:spPr bwMode="auto">
              <a:xfrm>
                <a:off x="9346824" y="2037804"/>
                <a:ext cx="234871"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17" name="iṩľíďe"/>
              <p:cNvSpPr/>
              <p:nvPr/>
            </p:nvSpPr>
            <p:spPr>
              <a:xfrm>
                <a:off x="9119741" y="2773726"/>
                <a:ext cx="704118"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8" name="îṡḻïḍê"/>
              <p:cNvSpPr/>
              <p:nvPr/>
            </p:nvSpPr>
            <p:spPr bwMode="auto">
              <a:xfrm>
                <a:off x="9350789" y="3019463"/>
                <a:ext cx="234871"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19" name="ïsḷîḑê"/>
              <p:cNvSpPr/>
              <p:nvPr/>
            </p:nvSpPr>
            <p:spPr>
              <a:xfrm>
                <a:off x="9123318" y="4274501"/>
                <a:ext cx="704117"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0" name="ïS1iḓe"/>
              <p:cNvSpPr/>
              <p:nvPr/>
            </p:nvSpPr>
            <p:spPr bwMode="auto">
              <a:xfrm>
                <a:off x="9354366" y="4520238"/>
                <a:ext cx="234870"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121" name="îšḷîḑe"/>
              <p:cNvSpPr/>
              <p:nvPr/>
            </p:nvSpPr>
            <p:spPr>
              <a:xfrm>
                <a:off x="9123318" y="5251725"/>
                <a:ext cx="704117" cy="704117"/>
              </a:xfrm>
              <a:prstGeom prst="ellipse">
                <a:avLst/>
              </a:prstGeom>
              <a:solidFill>
                <a:schemeClr val="bg1"/>
              </a:solidFill>
              <a:ln w="12700">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2" name="ïSliḍè"/>
              <p:cNvSpPr/>
              <p:nvPr/>
            </p:nvSpPr>
            <p:spPr bwMode="auto">
              <a:xfrm>
                <a:off x="9354366" y="5497461"/>
                <a:ext cx="234870" cy="203889"/>
              </a:xfrm>
              <a:custGeom>
                <a:avLst/>
                <a:gdLst>
                  <a:gd name="connsiteX0" fmla="*/ 495837 w 581442"/>
                  <a:gd name="connsiteY0" fmla="*/ 359644 h 504746"/>
                  <a:gd name="connsiteX1" fmla="*/ 476454 w 581442"/>
                  <a:gd name="connsiteY1" fmla="*/ 398338 h 504746"/>
                  <a:gd name="connsiteX2" fmla="*/ 434459 w 581442"/>
                  <a:gd name="connsiteY2" fmla="*/ 403175 h 504746"/>
                  <a:gd name="connsiteX3" fmla="*/ 465148 w 581442"/>
                  <a:gd name="connsiteY3" fmla="*/ 433808 h 504746"/>
                  <a:gd name="connsiteX4" fmla="*/ 457072 w 581442"/>
                  <a:gd name="connsiteY4" fmla="*/ 475726 h 504746"/>
                  <a:gd name="connsiteX5" fmla="*/ 495837 w 581442"/>
                  <a:gd name="connsiteY5" fmla="*/ 456379 h 504746"/>
                  <a:gd name="connsiteX6" fmla="*/ 532986 w 581442"/>
                  <a:gd name="connsiteY6" fmla="*/ 475726 h 504746"/>
                  <a:gd name="connsiteX7" fmla="*/ 526525 w 581442"/>
                  <a:gd name="connsiteY7" fmla="*/ 433808 h 504746"/>
                  <a:gd name="connsiteX8" fmla="*/ 557214 w 581442"/>
                  <a:gd name="connsiteY8" fmla="*/ 403175 h 504746"/>
                  <a:gd name="connsiteX9" fmla="*/ 513604 w 581442"/>
                  <a:gd name="connsiteY9" fmla="*/ 398338 h 504746"/>
                  <a:gd name="connsiteX10" fmla="*/ 495837 w 581442"/>
                  <a:gd name="connsiteY10" fmla="*/ 330624 h 504746"/>
                  <a:gd name="connsiteX11" fmla="*/ 581442 w 581442"/>
                  <a:gd name="connsiteY11" fmla="*/ 417685 h 504746"/>
                  <a:gd name="connsiteX12" fmla="*/ 495837 w 581442"/>
                  <a:gd name="connsiteY12" fmla="*/ 504746 h 504746"/>
                  <a:gd name="connsiteX13" fmla="*/ 408616 w 581442"/>
                  <a:gd name="connsiteY13" fmla="*/ 417685 h 504746"/>
                  <a:gd name="connsiteX14" fmla="*/ 495837 w 581442"/>
                  <a:gd name="connsiteY14" fmla="*/ 330624 h 504746"/>
                  <a:gd name="connsiteX15" fmla="*/ 293907 w 581442"/>
                  <a:gd name="connsiteY15" fmla="*/ 0 h 504746"/>
                  <a:gd name="connsiteX16" fmla="*/ 458624 w 581442"/>
                  <a:gd name="connsiteY16" fmla="*/ 162927 h 504746"/>
                  <a:gd name="connsiteX17" fmla="*/ 373036 w 581442"/>
                  <a:gd name="connsiteY17" fmla="*/ 306496 h 504746"/>
                  <a:gd name="connsiteX18" fmla="*/ 440860 w 581442"/>
                  <a:gd name="connsiteY18" fmla="*/ 322628 h 504746"/>
                  <a:gd name="connsiteX19" fmla="*/ 384340 w 581442"/>
                  <a:gd name="connsiteY19" fmla="*/ 417803 h 504746"/>
                  <a:gd name="connsiteX20" fmla="*/ 395644 w 581442"/>
                  <a:gd name="connsiteY20" fmla="*/ 464584 h 504746"/>
                  <a:gd name="connsiteX21" fmla="*/ 0 w 581442"/>
                  <a:gd name="connsiteY21" fmla="*/ 464584 h 504746"/>
                  <a:gd name="connsiteX22" fmla="*/ 214778 w 581442"/>
                  <a:gd name="connsiteY22" fmla="*/ 306496 h 504746"/>
                  <a:gd name="connsiteX23" fmla="*/ 130805 w 581442"/>
                  <a:gd name="connsiteY23" fmla="*/ 162927 h 504746"/>
                  <a:gd name="connsiteX24" fmla="*/ 293907 w 581442"/>
                  <a:gd name="connsiteY24" fmla="*/ 0 h 50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1442" h="504746">
                    <a:moveTo>
                      <a:pt x="495837" y="359644"/>
                    </a:moveTo>
                    <a:lnTo>
                      <a:pt x="476454" y="398338"/>
                    </a:lnTo>
                    <a:lnTo>
                      <a:pt x="434459" y="403175"/>
                    </a:lnTo>
                    <a:lnTo>
                      <a:pt x="465148" y="433808"/>
                    </a:lnTo>
                    <a:lnTo>
                      <a:pt x="457072" y="475726"/>
                    </a:lnTo>
                    <a:lnTo>
                      <a:pt x="495837" y="456379"/>
                    </a:lnTo>
                    <a:lnTo>
                      <a:pt x="532986" y="475726"/>
                    </a:lnTo>
                    <a:lnTo>
                      <a:pt x="526525" y="433808"/>
                    </a:lnTo>
                    <a:lnTo>
                      <a:pt x="557214" y="403175"/>
                    </a:lnTo>
                    <a:lnTo>
                      <a:pt x="513604" y="398338"/>
                    </a:lnTo>
                    <a:close/>
                    <a:moveTo>
                      <a:pt x="495837" y="330624"/>
                    </a:moveTo>
                    <a:cubicBezTo>
                      <a:pt x="542677" y="330624"/>
                      <a:pt x="581442" y="369318"/>
                      <a:pt x="581442" y="417685"/>
                    </a:cubicBezTo>
                    <a:cubicBezTo>
                      <a:pt x="581442" y="466052"/>
                      <a:pt x="542677" y="504746"/>
                      <a:pt x="495837" y="504746"/>
                    </a:cubicBezTo>
                    <a:cubicBezTo>
                      <a:pt x="447381" y="504746"/>
                      <a:pt x="408616" y="466052"/>
                      <a:pt x="408616" y="417685"/>
                    </a:cubicBezTo>
                    <a:cubicBezTo>
                      <a:pt x="408616" y="369318"/>
                      <a:pt x="447381" y="330624"/>
                      <a:pt x="495837" y="330624"/>
                    </a:cubicBezTo>
                    <a:close/>
                    <a:moveTo>
                      <a:pt x="293907" y="0"/>
                    </a:moveTo>
                    <a:cubicBezTo>
                      <a:pt x="384340" y="0"/>
                      <a:pt x="458624" y="72591"/>
                      <a:pt x="458624" y="162927"/>
                    </a:cubicBezTo>
                    <a:cubicBezTo>
                      <a:pt x="458624" y="225839"/>
                      <a:pt x="424712" y="279073"/>
                      <a:pt x="373036" y="306496"/>
                    </a:cubicBezTo>
                    <a:cubicBezTo>
                      <a:pt x="397259" y="309723"/>
                      <a:pt x="419867" y="316175"/>
                      <a:pt x="440860" y="322628"/>
                    </a:cubicBezTo>
                    <a:cubicBezTo>
                      <a:pt x="406948" y="341986"/>
                      <a:pt x="384340" y="377475"/>
                      <a:pt x="384340" y="417803"/>
                    </a:cubicBezTo>
                    <a:cubicBezTo>
                      <a:pt x="384340" y="433935"/>
                      <a:pt x="389184" y="450066"/>
                      <a:pt x="395644" y="464584"/>
                    </a:cubicBezTo>
                    <a:lnTo>
                      <a:pt x="0" y="464584"/>
                    </a:lnTo>
                    <a:cubicBezTo>
                      <a:pt x="0" y="388767"/>
                      <a:pt x="90433" y="325854"/>
                      <a:pt x="214778" y="306496"/>
                    </a:cubicBezTo>
                    <a:cubicBezTo>
                      <a:pt x="164717" y="279073"/>
                      <a:pt x="130805" y="225839"/>
                      <a:pt x="130805" y="162927"/>
                    </a:cubicBezTo>
                    <a:cubicBezTo>
                      <a:pt x="130805" y="72591"/>
                      <a:pt x="203474" y="0"/>
                      <a:pt x="293907" y="0"/>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grpSp>
        <p:sp>
          <p:nvSpPr>
            <p:cNvPr id="82" name="ïṣľíḑé"/>
            <p:cNvSpPr/>
            <p:nvPr/>
          </p:nvSpPr>
          <p:spPr bwMode="auto">
            <a:xfrm>
              <a:off x="673100" y="1536108"/>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gn="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3" name="iŝlíḑè"/>
            <p:cNvSpPr/>
            <p:nvPr/>
          </p:nvSpPr>
          <p:spPr bwMode="auto">
            <a:xfrm>
              <a:off x="673100" y="2544884"/>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gn="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4" name="ïṣ1iḓe"/>
            <p:cNvSpPr/>
            <p:nvPr/>
          </p:nvSpPr>
          <p:spPr bwMode="auto">
            <a:xfrm>
              <a:off x="673100" y="4052280"/>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gn="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5" name="îṧḷíḓe"/>
            <p:cNvSpPr/>
            <p:nvPr/>
          </p:nvSpPr>
          <p:spPr bwMode="auto">
            <a:xfrm>
              <a:off x="673100" y="5028961"/>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gn="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6" name="íşḷîďè"/>
            <p:cNvSpPr/>
            <p:nvPr/>
          </p:nvSpPr>
          <p:spPr bwMode="auto">
            <a:xfrm>
              <a:off x="9831009" y="1536108"/>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7" name="îŝḷîďê"/>
            <p:cNvSpPr/>
            <p:nvPr/>
          </p:nvSpPr>
          <p:spPr bwMode="auto">
            <a:xfrm>
              <a:off x="9831009" y="2544884"/>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8" name="íṥľíde"/>
            <p:cNvSpPr/>
            <p:nvPr/>
          </p:nvSpPr>
          <p:spPr bwMode="auto">
            <a:xfrm>
              <a:off x="9831009" y="4052280"/>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89" name="ïślíḓê"/>
            <p:cNvSpPr/>
            <p:nvPr/>
          </p:nvSpPr>
          <p:spPr bwMode="auto">
            <a:xfrm>
              <a:off x="9831009" y="5028961"/>
              <a:ext cx="1687891" cy="65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grpSp>
      <p:grpSp>
        <p:nvGrpSpPr>
          <p:cNvPr id="49" name="组合 48"/>
          <p:cNvGrpSpPr/>
          <p:nvPr/>
        </p:nvGrpSpPr>
        <p:grpSpPr>
          <a:xfrm>
            <a:off x="199289" y="258436"/>
            <a:ext cx="4355770" cy="655320"/>
            <a:chOff x="363500" y="173190"/>
            <a:chExt cx="4355770" cy="655320"/>
          </a:xfrm>
        </p:grpSpPr>
        <p:sp>
          <p:nvSpPr>
            <p:cNvPr id="50"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研究重点与难点</a:t>
              </a:r>
            </a:p>
          </p:txBody>
        </p:sp>
        <p:sp>
          <p:nvSpPr>
            <p:cNvPr id="51"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2" name="椭圆 51"/>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02</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9474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0400" y="1130282"/>
            <a:ext cx="10858500" cy="5003800"/>
            <a:chOff x="660400" y="1130282"/>
            <a:chExt cx="10858500" cy="5003800"/>
          </a:xfrm>
        </p:grpSpPr>
        <p:sp>
          <p:nvSpPr>
            <p:cNvPr id="6" name="ísḻîdê"/>
            <p:cNvSpPr/>
            <p:nvPr/>
          </p:nvSpPr>
          <p:spPr bwMode="auto">
            <a:xfrm>
              <a:off x="660400" y="1130282"/>
              <a:ext cx="993775" cy="542925"/>
            </a:xfrm>
            <a:custGeom>
              <a:avLst/>
              <a:gdLst>
                <a:gd name="T0" fmla="*/ 626 w 626"/>
                <a:gd name="T1" fmla="*/ 342 h 342"/>
                <a:gd name="T2" fmla="*/ 541 w 626"/>
                <a:gd name="T3" fmla="*/ 0 h 342"/>
                <a:gd name="T4" fmla="*/ 0 w 626"/>
                <a:gd name="T5" fmla="*/ 0 h 342"/>
                <a:gd name="T6" fmla="*/ 85 w 626"/>
                <a:gd name="T7" fmla="*/ 342 h 342"/>
                <a:gd name="T8" fmla="*/ 626 w 626"/>
                <a:gd name="T9" fmla="*/ 342 h 342"/>
              </a:gdLst>
              <a:ahLst/>
              <a:cxnLst>
                <a:cxn ang="0">
                  <a:pos x="T0" y="T1"/>
                </a:cxn>
                <a:cxn ang="0">
                  <a:pos x="T2" y="T3"/>
                </a:cxn>
                <a:cxn ang="0">
                  <a:pos x="T4" y="T5"/>
                </a:cxn>
                <a:cxn ang="0">
                  <a:pos x="T6" y="T7"/>
                </a:cxn>
                <a:cxn ang="0">
                  <a:pos x="T8" y="T9"/>
                </a:cxn>
              </a:cxnLst>
              <a:rect l="0" t="0" r="r" b="b"/>
              <a:pathLst>
                <a:path w="626" h="342">
                  <a:moveTo>
                    <a:pt x="626" y="342"/>
                  </a:moveTo>
                  <a:lnTo>
                    <a:pt x="541" y="0"/>
                  </a:lnTo>
                  <a:lnTo>
                    <a:pt x="0" y="0"/>
                  </a:lnTo>
                  <a:lnTo>
                    <a:pt x="85" y="342"/>
                  </a:lnTo>
                  <a:lnTo>
                    <a:pt x="626" y="342"/>
                  </a:lnTo>
                  <a:close/>
                </a:path>
              </a:pathLst>
            </a:custGeom>
            <a:solidFill>
              <a:schemeClr val="accent1"/>
            </a:solidFill>
            <a:ln>
              <a:noFill/>
            </a:ln>
          </p:spPr>
          <p:txBody>
            <a:bodyPr vert="horz" wrap="square" lIns="91440" tIns="45720" rIns="91440" bIns="45720" numCol="1" anchor="ctr" anchorCtr="0" compatLnSpc="1">
              <a:normAutofit/>
            </a:bodyPr>
            <a:lstStyle/>
            <a:p>
              <a:pPr algn="ctr">
                <a:spcBef>
                  <a:spcPct val="0"/>
                </a:spcBef>
              </a:pPr>
              <a:r>
                <a:rPr lang="zh-CN" altLang="en-US" sz="1400" b="1" dirty="0">
                  <a:solidFill>
                    <a:schemeClr val="bg1"/>
                  </a:solidFill>
                </a:rPr>
                <a:t>文本</a:t>
              </a:r>
              <a:endParaRPr lang="en-US" altLang="zh-CN" sz="1400" b="1" dirty="0">
                <a:solidFill>
                  <a:schemeClr val="bg1"/>
                </a:solidFill>
              </a:endParaRPr>
            </a:p>
          </p:txBody>
        </p:sp>
        <p:sp>
          <p:nvSpPr>
            <p:cNvPr id="7" name="íśľîdè"/>
            <p:cNvSpPr/>
            <p:nvPr/>
          </p:nvSpPr>
          <p:spPr bwMode="auto">
            <a:xfrm>
              <a:off x="1282700" y="3632182"/>
              <a:ext cx="993775" cy="542925"/>
            </a:xfrm>
            <a:custGeom>
              <a:avLst/>
              <a:gdLst>
                <a:gd name="T0" fmla="*/ 626 w 626"/>
                <a:gd name="T1" fmla="*/ 342 h 342"/>
                <a:gd name="T2" fmla="*/ 541 w 626"/>
                <a:gd name="T3" fmla="*/ 0 h 342"/>
                <a:gd name="T4" fmla="*/ 0 w 626"/>
                <a:gd name="T5" fmla="*/ 0 h 342"/>
                <a:gd name="T6" fmla="*/ 85 w 626"/>
                <a:gd name="T7" fmla="*/ 342 h 342"/>
                <a:gd name="T8" fmla="*/ 626 w 626"/>
                <a:gd name="T9" fmla="*/ 342 h 342"/>
              </a:gdLst>
              <a:ahLst/>
              <a:cxnLst>
                <a:cxn ang="0">
                  <a:pos x="T0" y="T1"/>
                </a:cxn>
                <a:cxn ang="0">
                  <a:pos x="T2" y="T3"/>
                </a:cxn>
                <a:cxn ang="0">
                  <a:pos x="T4" y="T5"/>
                </a:cxn>
                <a:cxn ang="0">
                  <a:pos x="T6" y="T7"/>
                </a:cxn>
                <a:cxn ang="0">
                  <a:pos x="T8" y="T9"/>
                </a:cxn>
              </a:cxnLst>
              <a:rect l="0" t="0" r="r" b="b"/>
              <a:pathLst>
                <a:path w="626" h="342">
                  <a:moveTo>
                    <a:pt x="626" y="342"/>
                  </a:moveTo>
                  <a:lnTo>
                    <a:pt x="541" y="0"/>
                  </a:lnTo>
                  <a:lnTo>
                    <a:pt x="0" y="0"/>
                  </a:lnTo>
                  <a:lnTo>
                    <a:pt x="85" y="342"/>
                  </a:lnTo>
                  <a:lnTo>
                    <a:pt x="626" y="342"/>
                  </a:lnTo>
                  <a:close/>
                </a:path>
              </a:pathLst>
            </a:custGeom>
            <a:solidFill>
              <a:schemeClr val="accent1"/>
            </a:solidFill>
            <a:ln>
              <a:noFill/>
            </a:ln>
          </p:spPr>
          <p:txBody>
            <a:bodyPr vert="horz" wrap="square" lIns="91440" tIns="45720" rIns="91440" bIns="45720" numCol="1" anchor="ctr" anchorCtr="0" compatLnSpc="1">
              <a:normAutofit/>
            </a:bodyPr>
            <a:lstStyle/>
            <a:p>
              <a:pPr algn="ctr">
                <a:spcBef>
                  <a:spcPct val="0"/>
                </a:spcBef>
              </a:pPr>
              <a:r>
                <a:rPr lang="zh-CN" altLang="en-US" sz="1400" b="1" dirty="0">
                  <a:solidFill>
                    <a:schemeClr val="bg1"/>
                  </a:solidFill>
                </a:rPr>
                <a:t>文本</a:t>
              </a:r>
              <a:endParaRPr lang="en-US" altLang="zh-CN" sz="1400" b="1" dirty="0">
                <a:solidFill>
                  <a:schemeClr val="bg1"/>
                </a:solidFill>
              </a:endParaRPr>
            </a:p>
          </p:txBody>
        </p:sp>
        <p:sp>
          <p:nvSpPr>
            <p:cNvPr id="8" name="îṩḷïḓé"/>
            <p:cNvSpPr/>
            <p:nvPr/>
          </p:nvSpPr>
          <p:spPr bwMode="auto">
            <a:xfrm>
              <a:off x="1593596" y="4883132"/>
              <a:ext cx="993775" cy="542925"/>
            </a:xfrm>
            <a:custGeom>
              <a:avLst/>
              <a:gdLst>
                <a:gd name="T0" fmla="*/ 626 w 626"/>
                <a:gd name="T1" fmla="*/ 342 h 342"/>
                <a:gd name="T2" fmla="*/ 541 w 626"/>
                <a:gd name="T3" fmla="*/ 0 h 342"/>
                <a:gd name="T4" fmla="*/ 0 w 626"/>
                <a:gd name="T5" fmla="*/ 0 h 342"/>
                <a:gd name="T6" fmla="*/ 85 w 626"/>
                <a:gd name="T7" fmla="*/ 342 h 342"/>
                <a:gd name="T8" fmla="*/ 626 w 626"/>
                <a:gd name="T9" fmla="*/ 342 h 342"/>
              </a:gdLst>
              <a:ahLst/>
              <a:cxnLst>
                <a:cxn ang="0">
                  <a:pos x="T0" y="T1"/>
                </a:cxn>
                <a:cxn ang="0">
                  <a:pos x="T2" y="T3"/>
                </a:cxn>
                <a:cxn ang="0">
                  <a:pos x="T4" y="T5"/>
                </a:cxn>
                <a:cxn ang="0">
                  <a:pos x="T6" y="T7"/>
                </a:cxn>
                <a:cxn ang="0">
                  <a:pos x="T8" y="T9"/>
                </a:cxn>
              </a:cxnLst>
              <a:rect l="0" t="0" r="r" b="b"/>
              <a:pathLst>
                <a:path w="626" h="342">
                  <a:moveTo>
                    <a:pt x="626" y="342"/>
                  </a:moveTo>
                  <a:lnTo>
                    <a:pt x="541" y="0"/>
                  </a:lnTo>
                  <a:lnTo>
                    <a:pt x="0" y="0"/>
                  </a:lnTo>
                  <a:lnTo>
                    <a:pt x="85" y="342"/>
                  </a:lnTo>
                  <a:lnTo>
                    <a:pt x="626" y="342"/>
                  </a:lnTo>
                  <a:close/>
                </a:path>
              </a:pathLst>
            </a:custGeom>
            <a:solidFill>
              <a:schemeClr val="accent2"/>
            </a:solidFill>
            <a:ln>
              <a:noFill/>
            </a:ln>
          </p:spPr>
          <p:txBody>
            <a:bodyPr vert="horz" wrap="square" lIns="91440" tIns="45720" rIns="91440" bIns="45720" numCol="1" anchor="ctr" anchorCtr="0" compatLnSpc="1">
              <a:normAutofit/>
            </a:bodyPr>
            <a:lstStyle/>
            <a:p>
              <a:pPr algn="ctr">
                <a:spcBef>
                  <a:spcPct val="0"/>
                </a:spcBef>
              </a:pPr>
              <a:r>
                <a:rPr lang="zh-CN" altLang="en-US" sz="1400" b="1" dirty="0">
                  <a:solidFill>
                    <a:schemeClr val="bg1"/>
                  </a:solidFill>
                </a:rPr>
                <a:t>文本</a:t>
              </a:r>
              <a:endParaRPr lang="en-US" altLang="zh-CN" sz="1400" b="1" dirty="0">
                <a:solidFill>
                  <a:schemeClr val="bg1"/>
                </a:solidFill>
              </a:endParaRPr>
            </a:p>
          </p:txBody>
        </p:sp>
        <p:sp>
          <p:nvSpPr>
            <p:cNvPr id="9" name="iSľîḑè"/>
            <p:cNvSpPr/>
            <p:nvPr/>
          </p:nvSpPr>
          <p:spPr bwMode="auto">
            <a:xfrm>
              <a:off x="1144851" y="1673207"/>
              <a:ext cx="9470310" cy="708025"/>
            </a:xfrm>
            <a:custGeom>
              <a:avLst/>
              <a:gdLst>
                <a:gd name="T0" fmla="*/ 6160 w 6160"/>
                <a:gd name="T1" fmla="*/ 446 h 446"/>
                <a:gd name="T2" fmla="*/ 6049 w 6160"/>
                <a:gd name="T3" fmla="*/ 0 h 446"/>
                <a:gd name="T4" fmla="*/ 0 w 6160"/>
                <a:gd name="T5" fmla="*/ 0 h 446"/>
                <a:gd name="T6" fmla="*/ 111 w 6160"/>
                <a:gd name="T7" fmla="*/ 446 h 446"/>
                <a:gd name="T8" fmla="*/ 6160 w 6160"/>
                <a:gd name="T9" fmla="*/ 446 h 446"/>
              </a:gdLst>
              <a:ahLst/>
              <a:cxnLst>
                <a:cxn ang="0">
                  <a:pos x="T0" y="T1"/>
                </a:cxn>
                <a:cxn ang="0">
                  <a:pos x="T2" y="T3"/>
                </a:cxn>
                <a:cxn ang="0">
                  <a:pos x="T4" y="T5"/>
                </a:cxn>
                <a:cxn ang="0">
                  <a:pos x="T6" y="T7"/>
                </a:cxn>
                <a:cxn ang="0">
                  <a:pos x="T8" y="T9"/>
                </a:cxn>
              </a:cxnLst>
              <a:rect l="0" t="0" r="r" b="b"/>
              <a:pathLst>
                <a:path w="6160" h="446">
                  <a:moveTo>
                    <a:pt x="6160" y="446"/>
                  </a:moveTo>
                  <a:lnTo>
                    <a:pt x="6049" y="0"/>
                  </a:lnTo>
                  <a:lnTo>
                    <a:pt x="0" y="0"/>
                  </a:lnTo>
                  <a:lnTo>
                    <a:pt x="111" y="446"/>
                  </a:lnTo>
                  <a:lnTo>
                    <a:pt x="6160" y="446"/>
                  </a:lnTo>
                  <a:close/>
                </a:path>
              </a:pathLst>
            </a:custGeom>
            <a:noFill/>
            <a:ln w="3175">
              <a:solidFill>
                <a:schemeClr val="bg1">
                  <a:lumMod val="75000"/>
                </a:schemeClr>
              </a:solidFill>
            </a:ln>
          </p:spPr>
          <p:txBody>
            <a:bodyPr vert="horz" wrap="square" lIns="91440" tIns="45720" rIns="91440" bIns="45720" numCol="1" anchor="ctr" anchorCtr="0" compatLnSpc="1">
              <a:normAutofit/>
            </a:bodyPr>
            <a:lstStyle/>
            <a:p>
              <a:pPr algn="ctr">
                <a:lnSpc>
                  <a:spcPct val="150000"/>
                </a:lnSpc>
                <a:spcBef>
                  <a:spcPct val="0"/>
                </a:spcBef>
              </a:pPr>
              <a:r>
                <a:rPr lang="zh-CN" altLang="en-US" sz="1000" dirty="0">
                  <a:solidFill>
                    <a:schemeClr val="tx1">
                      <a:lumMod val="50000"/>
                      <a:lumOff val="50000"/>
                    </a:schemeClr>
                  </a:solidFill>
                  <a:cs typeface="+mn-ea"/>
                  <a:sym typeface="+mn-lt"/>
                </a:rPr>
                <a:t>请替换文字内容，修改文字内容请替换文字内容，修改文字内容请替换文字内容，修改文字内容请替换文字内容，修改文字内容</a:t>
              </a:r>
              <a:endParaRPr lang="en-US" altLang="zh-CN" sz="1000" dirty="0">
                <a:solidFill>
                  <a:schemeClr val="tx1">
                    <a:lumMod val="50000"/>
                    <a:lumOff val="50000"/>
                  </a:schemeClr>
                </a:solidFill>
                <a:cs typeface="+mn-ea"/>
                <a:sym typeface="+mn-lt"/>
              </a:endParaRPr>
            </a:p>
          </p:txBody>
        </p:sp>
        <p:sp>
          <p:nvSpPr>
            <p:cNvPr id="10" name="ïṧlïḑe"/>
            <p:cNvSpPr/>
            <p:nvPr/>
          </p:nvSpPr>
          <p:spPr bwMode="auto">
            <a:xfrm>
              <a:off x="1446425" y="2924157"/>
              <a:ext cx="9470310" cy="708025"/>
            </a:xfrm>
            <a:custGeom>
              <a:avLst/>
              <a:gdLst>
                <a:gd name="T0" fmla="*/ 6160 w 6160"/>
                <a:gd name="T1" fmla="*/ 446 h 446"/>
                <a:gd name="T2" fmla="*/ 6049 w 6160"/>
                <a:gd name="T3" fmla="*/ 0 h 446"/>
                <a:gd name="T4" fmla="*/ 0 w 6160"/>
                <a:gd name="T5" fmla="*/ 0 h 446"/>
                <a:gd name="T6" fmla="*/ 111 w 6160"/>
                <a:gd name="T7" fmla="*/ 446 h 446"/>
                <a:gd name="T8" fmla="*/ 6160 w 6160"/>
                <a:gd name="T9" fmla="*/ 446 h 446"/>
              </a:gdLst>
              <a:ahLst/>
              <a:cxnLst>
                <a:cxn ang="0">
                  <a:pos x="T0" y="T1"/>
                </a:cxn>
                <a:cxn ang="0">
                  <a:pos x="T2" y="T3"/>
                </a:cxn>
                <a:cxn ang="0">
                  <a:pos x="T4" y="T5"/>
                </a:cxn>
                <a:cxn ang="0">
                  <a:pos x="T6" y="T7"/>
                </a:cxn>
                <a:cxn ang="0">
                  <a:pos x="T8" y="T9"/>
                </a:cxn>
              </a:cxnLst>
              <a:rect l="0" t="0" r="r" b="b"/>
              <a:pathLst>
                <a:path w="6160" h="446">
                  <a:moveTo>
                    <a:pt x="6160" y="446"/>
                  </a:moveTo>
                  <a:lnTo>
                    <a:pt x="6049" y="0"/>
                  </a:lnTo>
                  <a:lnTo>
                    <a:pt x="0" y="0"/>
                  </a:lnTo>
                  <a:lnTo>
                    <a:pt x="111" y="446"/>
                  </a:lnTo>
                  <a:lnTo>
                    <a:pt x="6160" y="446"/>
                  </a:lnTo>
                  <a:close/>
                </a:path>
              </a:pathLst>
            </a:custGeom>
            <a:noFill/>
            <a:ln w="3175">
              <a:solidFill>
                <a:schemeClr val="bg1">
                  <a:lumMod val="75000"/>
                </a:schemeClr>
              </a:solidFill>
            </a:ln>
          </p:spPr>
          <p:txBody>
            <a:bodyPr vert="horz" wrap="square" lIns="91440" tIns="45720" rIns="91440" bIns="45720" numCol="1" anchor="ctr" anchorCtr="0" compatLnSpc="1">
              <a:normAutofit/>
            </a:bodyPr>
            <a:lstStyle/>
            <a:p>
              <a:pPr algn="ctr">
                <a:lnSpc>
                  <a:spcPct val="150000"/>
                </a:lnSpc>
                <a:spcBef>
                  <a:spcPct val="0"/>
                </a:spcBef>
              </a:pPr>
              <a:r>
                <a:rPr lang="zh-CN" altLang="en-US" sz="1000" dirty="0">
                  <a:solidFill>
                    <a:schemeClr val="tx1">
                      <a:lumMod val="50000"/>
                      <a:lumOff val="50000"/>
                    </a:schemeClr>
                  </a:solidFill>
                  <a:cs typeface="+mn-ea"/>
                  <a:sym typeface="+mn-lt"/>
                </a:rPr>
                <a:t>请替换文字内容，修改文字内容请替换文字内容，修改文字内容请替换文字内容，修改文字内容请替换文字内容，修改文字内容</a:t>
              </a:r>
              <a:endParaRPr lang="en-US" altLang="zh-CN" sz="1000" dirty="0">
                <a:solidFill>
                  <a:schemeClr val="tx1">
                    <a:lumMod val="50000"/>
                    <a:lumOff val="50000"/>
                  </a:schemeClr>
                </a:solidFill>
                <a:cs typeface="+mn-ea"/>
                <a:sym typeface="+mn-lt"/>
              </a:endParaRPr>
            </a:p>
          </p:txBody>
        </p:sp>
        <p:sp>
          <p:nvSpPr>
            <p:cNvPr id="11" name="îṡļide"/>
            <p:cNvSpPr/>
            <p:nvPr/>
          </p:nvSpPr>
          <p:spPr bwMode="auto">
            <a:xfrm>
              <a:off x="1747508" y="4175107"/>
              <a:ext cx="9470310" cy="708025"/>
            </a:xfrm>
            <a:custGeom>
              <a:avLst/>
              <a:gdLst>
                <a:gd name="T0" fmla="*/ 6160 w 6160"/>
                <a:gd name="T1" fmla="*/ 446 h 446"/>
                <a:gd name="T2" fmla="*/ 6049 w 6160"/>
                <a:gd name="T3" fmla="*/ 0 h 446"/>
                <a:gd name="T4" fmla="*/ 0 w 6160"/>
                <a:gd name="T5" fmla="*/ 0 h 446"/>
                <a:gd name="T6" fmla="*/ 111 w 6160"/>
                <a:gd name="T7" fmla="*/ 446 h 446"/>
                <a:gd name="T8" fmla="*/ 6160 w 6160"/>
                <a:gd name="T9" fmla="*/ 446 h 446"/>
              </a:gdLst>
              <a:ahLst/>
              <a:cxnLst>
                <a:cxn ang="0">
                  <a:pos x="T0" y="T1"/>
                </a:cxn>
                <a:cxn ang="0">
                  <a:pos x="T2" y="T3"/>
                </a:cxn>
                <a:cxn ang="0">
                  <a:pos x="T4" y="T5"/>
                </a:cxn>
                <a:cxn ang="0">
                  <a:pos x="T6" y="T7"/>
                </a:cxn>
                <a:cxn ang="0">
                  <a:pos x="T8" y="T9"/>
                </a:cxn>
              </a:cxnLst>
              <a:rect l="0" t="0" r="r" b="b"/>
              <a:pathLst>
                <a:path w="6160" h="446">
                  <a:moveTo>
                    <a:pt x="6160" y="446"/>
                  </a:moveTo>
                  <a:lnTo>
                    <a:pt x="6049" y="0"/>
                  </a:lnTo>
                  <a:lnTo>
                    <a:pt x="0" y="0"/>
                  </a:lnTo>
                  <a:lnTo>
                    <a:pt x="111" y="446"/>
                  </a:lnTo>
                  <a:lnTo>
                    <a:pt x="6160" y="446"/>
                  </a:lnTo>
                  <a:close/>
                </a:path>
              </a:pathLst>
            </a:custGeom>
            <a:noFill/>
            <a:ln w="3175">
              <a:solidFill>
                <a:schemeClr val="bg1">
                  <a:lumMod val="75000"/>
                </a:schemeClr>
              </a:solidFill>
            </a:ln>
          </p:spPr>
          <p:txBody>
            <a:bodyPr vert="horz" wrap="square" lIns="91440" tIns="45720" rIns="91440" bIns="45720" numCol="1" anchor="ctr" anchorCtr="0" compatLnSpc="1">
              <a:normAutofit/>
            </a:bodyPr>
            <a:lstStyle/>
            <a:p>
              <a:pPr algn="ctr">
                <a:lnSpc>
                  <a:spcPct val="150000"/>
                </a:lnSpc>
                <a:spcBef>
                  <a:spcPct val="0"/>
                </a:spcBef>
              </a:pPr>
              <a:r>
                <a:rPr lang="zh-CN" altLang="en-US" sz="1000" dirty="0">
                  <a:solidFill>
                    <a:schemeClr val="tx1">
                      <a:lumMod val="50000"/>
                      <a:lumOff val="50000"/>
                    </a:schemeClr>
                  </a:solidFill>
                  <a:cs typeface="+mn-ea"/>
                  <a:sym typeface="+mn-lt"/>
                </a:rPr>
                <a:t>请替换文字内容，修改文字内容请替换文字内容，修改文字内容请替换文字内容，修改文字内容请替换文字内容，修改文字内容</a:t>
              </a:r>
              <a:endParaRPr lang="en-US" altLang="zh-CN" sz="1000" dirty="0">
                <a:solidFill>
                  <a:schemeClr val="tx1">
                    <a:lumMod val="50000"/>
                    <a:lumOff val="50000"/>
                  </a:schemeClr>
                </a:solidFill>
                <a:cs typeface="+mn-ea"/>
                <a:sym typeface="+mn-lt"/>
              </a:endParaRPr>
            </a:p>
          </p:txBody>
        </p:sp>
        <p:sp>
          <p:nvSpPr>
            <p:cNvPr id="12" name="iŝlîḓê"/>
            <p:cNvSpPr/>
            <p:nvPr/>
          </p:nvSpPr>
          <p:spPr bwMode="auto">
            <a:xfrm>
              <a:off x="971804" y="2381232"/>
              <a:ext cx="962405" cy="542925"/>
            </a:xfrm>
            <a:custGeom>
              <a:avLst/>
              <a:gdLst>
                <a:gd name="T0" fmla="*/ 626 w 626"/>
                <a:gd name="T1" fmla="*/ 342 h 342"/>
                <a:gd name="T2" fmla="*/ 541 w 626"/>
                <a:gd name="T3" fmla="*/ 0 h 342"/>
                <a:gd name="T4" fmla="*/ 0 w 626"/>
                <a:gd name="T5" fmla="*/ 0 h 342"/>
                <a:gd name="T6" fmla="*/ 85 w 626"/>
                <a:gd name="T7" fmla="*/ 342 h 342"/>
                <a:gd name="T8" fmla="*/ 626 w 626"/>
                <a:gd name="T9" fmla="*/ 342 h 342"/>
              </a:gdLst>
              <a:ahLst/>
              <a:cxnLst>
                <a:cxn ang="0">
                  <a:pos x="T0" y="T1"/>
                </a:cxn>
                <a:cxn ang="0">
                  <a:pos x="T2" y="T3"/>
                </a:cxn>
                <a:cxn ang="0">
                  <a:pos x="T4" y="T5"/>
                </a:cxn>
                <a:cxn ang="0">
                  <a:pos x="T6" y="T7"/>
                </a:cxn>
                <a:cxn ang="0">
                  <a:pos x="T8" y="T9"/>
                </a:cxn>
              </a:cxnLst>
              <a:rect l="0" t="0" r="r" b="b"/>
              <a:pathLst>
                <a:path w="626" h="342">
                  <a:moveTo>
                    <a:pt x="626" y="342"/>
                  </a:moveTo>
                  <a:lnTo>
                    <a:pt x="541" y="0"/>
                  </a:lnTo>
                  <a:lnTo>
                    <a:pt x="0" y="0"/>
                  </a:lnTo>
                  <a:lnTo>
                    <a:pt x="85" y="342"/>
                  </a:lnTo>
                  <a:lnTo>
                    <a:pt x="626" y="342"/>
                  </a:lnTo>
                  <a:close/>
                </a:path>
              </a:pathLst>
            </a:custGeom>
            <a:solidFill>
              <a:schemeClr val="accent2"/>
            </a:solidFill>
            <a:ln>
              <a:noFill/>
            </a:ln>
          </p:spPr>
          <p:txBody>
            <a:bodyPr vert="horz" wrap="square" lIns="91440" tIns="45720" rIns="91440" bIns="45720" numCol="1" anchor="ctr" anchorCtr="0" compatLnSpc="1">
              <a:normAutofit/>
            </a:bodyPr>
            <a:lstStyle/>
            <a:p>
              <a:pPr algn="ctr">
                <a:spcBef>
                  <a:spcPct val="0"/>
                </a:spcBef>
              </a:pPr>
              <a:r>
                <a:rPr lang="zh-CN" altLang="en-US" sz="1400" b="1" dirty="0">
                  <a:solidFill>
                    <a:schemeClr val="bg1"/>
                  </a:solidFill>
                </a:rPr>
                <a:t>文本</a:t>
              </a:r>
              <a:endParaRPr lang="en-US" altLang="zh-CN" sz="1400" b="1" dirty="0">
                <a:solidFill>
                  <a:schemeClr val="bg1"/>
                </a:solidFill>
              </a:endParaRPr>
            </a:p>
          </p:txBody>
        </p:sp>
        <p:sp>
          <p:nvSpPr>
            <p:cNvPr id="13" name="iṥlïḓê"/>
            <p:cNvSpPr/>
            <p:nvPr/>
          </p:nvSpPr>
          <p:spPr bwMode="auto">
            <a:xfrm>
              <a:off x="2048590" y="5426057"/>
              <a:ext cx="9470310" cy="708025"/>
            </a:xfrm>
            <a:custGeom>
              <a:avLst/>
              <a:gdLst>
                <a:gd name="T0" fmla="*/ 6160 w 6160"/>
                <a:gd name="T1" fmla="*/ 446 h 446"/>
                <a:gd name="T2" fmla="*/ 6049 w 6160"/>
                <a:gd name="T3" fmla="*/ 0 h 446"/>
                <a:gd name="T4" fmla="*/ 0 w 6160"/>
                <a:gd name="T5" fmla="*/ 0 h 446"/>
                <a:gd name="T6" fmla="*/ 111 w 6160"/>
                <a:gd name="T7" fmla="*/ 446 h 446"/>
                <a:gd name="T8" fmla="*/ 6160 w 6160"/>
                <a:gd name="T9" fmla="*/ 446 h 446"/>
              </a:gdLst>
              <a:ahLst/>
              <a:cxnLst>
                <a:cxn ang="0">
                  <a:pos x="T0" y="T1"/>
                </a:cxn>
                <a:cxn ang="0">
                  <a:pos x="T2" y="T3"/>
                </a:cxn>
                <a:cxn ang="0">
                  <a:pos x="T4" y="T5"/>
                </a:cxn>
                <a:cxn ang="0">
                  <a:pos x="T6" y="T7"/>
                </a:cxn>
                <a:cxn ang="0">
                  <a:pos x="T8" y="T9"/>
                </a:cxn>
              </a:cxnLst>
              <a:rect l="0" t="0" r="r" b="b"/>
              <a:pathLst>
                <a:path w="6160" h="446">
                  <a:moveTo>
                    <a:pt x="6160" y="446"/>
                  </a:moveTo>
                  <a:lnTo>
                    <a:pt x="6049" y="0"/>
                  </a:lnTo>
                  <a:lnTo>
                    <a:pt x="0" y="0"/>
                  </a:lnTo>
                  <a:lnTo>
                    <a:pt x="111" y="446"/>
                  </a:lnTo>
                  <a:lnTo>
                    <a:pt x="6160" y="446"/>
                  </a:lnTo>
                  <a:close/>
                </a:path>
              </a:pathLst>
            </a:custGeom>
            <a:noFill/>
            <a:ln w="3175">
              <a:solidFill>
                <a:schemeClr val="bg1">
                  <a:lumMod val="75000"/>
                </a:schemeClr>
              </a:solidFill>
            </a:ln>
          </p:spPr>
          <p:txBody>
            <a:bodyPr vert="horz" wrap="square" lIns="91440" tIns="45720" rIns="91440" bIns="45720" numCol="1" anchor="ctr" anchorCtr="0" compatLnSpc="1">
              <a:normAutofit/>
            </a:bodyPr>
            <a:lstStyle/>
            <a:p>
              <a:pPr algn="ctr">
                <a:lnSpc>
                  <a:spcPct val="150000"/>
                </a:lnSpc>
                <a:spcBef>
                  <a:spcPct val="0"/>
                </a:spcBef>
              </a:pPr>
              <a:r>
                <a:rPr lang="zh-CN" altLang="en-US" sz="1000" dirty="0">
                  <a:solidFill>
                    <a:schemeClr val="tx1">
                      <a:lumMod val="50000"/>
                      <a:lumOff val="50000"/>
                    </a:schemeClr>
                  </a:solidFill>
                  <a:cs typeface="+mn-ea"/>
                  <a:sym typeface="+mn-lt"/>
                </a:rPr>
                <a:t>请替换文字内容，修改文字内容请替换文字内容，修改文字内容请替换文字内容，修改文字内容请替换文字内容，修改文字内容</a:t>
              </a:r>
              <a:endParaRPr lang="en-US" altLang="zh-CN" sz="1000" dirty="0">
                <a:solidFill>
                  <a:schemeClr val="tx1">
                    <a:lumMod val="50000"/>
                    <a:lumOff val="50000"/>
                  </a:schemeClr>
                </a:solidFill>
                <a:cs typeface="+mn-ea"/>
                <a:sym typeface="+mn-lt"/>
              </a:endParaRPr>
            </a:p>
          </p:txBody>
        </p:sp>
      </p:grpSp>
      <p:grpSp>
        <p:nvGrpSpPr>
          <p:cNvPr id="18" name="组合 17"/>
          <p:cNvGrpSpPr/>
          <p:nvPr/>
        </p:nvGrpSpPr>
        <p:grpSpPr>
          <a:xfrm>
            <a:off x="199289" y="258436"/>
            <a:ext cx="4355770" cy="655320"/>
            <a:chOff x="363500" y="173190"/>
            <a:chExt cx="4355770" cy="655320"/>
          </a:xfrm>
        </p:grpSpPr>
        <p:sp>
          <p:nvSpPr>
            <p:cNvPr id="19"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研究方法与结论</a:t>
              </a:r>
            </a:p>
          </p:txBody>
        </p:sp>
        <p:sp>
          <p:nvSpPr>
            <p:cNvPr id="20"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1" name="椭圆 20"/>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22208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341437" y="2175668"/>
            <a:ext cx="9509126" cy="2925763"/>
            <a:chOff x="1341437" y="2175668"/>
            <a:chExt cx="9509126" cy="2925763"/>
          </a:xfrm>
        </p:grpSpPr>
        <p:grpSp>
          <p:nvGrpSpPr>
            <p:cNvPr id="35" name="i$ḷiḓe"/>
            <p:cNvGrpSpPr/>
            <p:nvPr/>
          </p:nvGrpSpPr>
          <p:grpSpPr>
            <a:xfrm>
              <a:off x="1341437" y="2175668"/>
              <a:ext cx="9509126" cy="2925763"/>
              <a:chOff x="1341437" y="1966119"/>
              <a:chExt cx="9509126" cy="2925763"/>
            </a:xfrm>
            <a:solidFill>
              <a:schemeClr val="bg1">
                <a:lumMod val="95000"/>
              </a:schemeClr>
            </a:solidFill>
          </p:grpSpPr>
          <p:sp>
            <p:nvSpPr>
              <p:cNvPr id="60" name="ïŝľídé"/>
              <p:cNvSpPr/>
              <p:nvPr/>
            </p:nvSpPr>
            <p:spPr bwMode="auto">
              <a:xfrm>
                <a:off x="5449888" y="1966119"/>
                <a:ext cx="1373188" cy="2925763"/>
              </a:xfrm>
              <a:custGeom>
                <a:avLst/>
                <a:gdLst>
                  <a:gd name="T0" fmla="*/ 7 w 865"/>
                  <a:gd name="T1" fmla="*/ 1843 h 1843"/>
                  <a:gd name="T2" fmla="*/ 784 w 865"/>
                  <a:gd name="T3" fmla="*/ 926 h 1843"/>
                  <a:gd name="T4" fmla="*/ 0 w 865"/>
                  <a:gd name="T5" fmla="*/ 0 h 1843"/>
                  <a:gd name="T6" fmla="*/ 80 w 865"/>
                  <a:gd name="T7" fmla="*/ 0 h 1843"/>
                  <a:gd name="T8" fmla="*/ 865 w 865"/>
                  <a:gd name="T9" fmla="*/ 926 h 1843"/>
                  <a:gd name="T10" fmla="*/ 88 w 865"/>
                  <a:gd name="T11" fmla="*/ 1843 h 1843"/>
                  <a:gd name="T12" fmla="*/ 7 w 865"/>
                  <a:gd name="T13" fmla="*/ 1843 h 1843"/>
                </a:gdLst>
                <a:ahLst/>
                <a:cxnLst>
                  <a:cxn ang="0">
                    <a:pos x="T0" y="T1"/>
                  </a:cxn>
                  <a:cxn ang="0">
                    <a:pos x="T2" y="T3"/>
                  </a:cxn>
                  <a:cxn ang="0">
                    <a:pos x="T4" y="T5"/>
                  </a:cxn>
                  <a:cxn ang="0">
                    <a:pos x="T6" y="T7"/>
                  </a:cxn>
                  <a:cxn ang="0">
                    <a:pos x="T8" y="T9"/>
                  </a:cxn>
                  <a:cxn ang="0">
                    <a:pos x="T10" y="T11"/>
                  </a:cxn>
                  <a:cxn ang="0">
                    <a:pos x="T12" y="T13"/>
                  </a:cxn>
                </a:cxnLst>
                <a:rect l="0" t="0" r="r" b="b"/>
                <a:pathLst>
                  <a:path w="865" h="1843">
                    <a:moveTo>
                      <a:pt x="7" y="1843"/>
                    </a:moveTo>
                    <a:lnTo>
                      <a:pt x="784" y="926"/>
                    </a:lnTo>
                    <a:lnTo>
                      <a:pt x="0" y="0"/>
                    </a:lnTo>
                    <a:lnTo>
                      <a:pt x="80" y="0"/>
                    </a:lnTo>
                    <a:lnTo>
                      <a:pt x="865" y="926"/>
                    </a:lnTo>
                    <a:lnTo>
                      <a:pt x="88" y="1843"/>
                    </a:lnTo>
                    <a:lnTo>
                      <a:pt x="7" y="1843"/>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1" name="íṧ1îdê"/>
              <p:cNvSpPr/>
              <p:nvPr/>
            </p:nvSpPr>
            <p:spPr bwMode="auto">
              <a:xfrm>
                <a:off x="7988300" y="1966119"/>
                <a:ext cx="1373188" cy="2925763"/>
              </a:xfrm>
              <a:custGeom>
                <a:avLst/>
                <a:gdLst>
                  <a:gd name="T0" fmla="*/ 7 w 865"/>
                  <a:gd name="T1" fmla="*/ 1843 h 1843"/>
                  <a:gd name="T2" fmla="*/ 785 w 865"/>
                  <a:gd name="T3" fmla="*/ 926 h 1843"/>
                  <a:gd name="T4" fmla="*/ 0 w 865"/>
                  <a:gd name="T5" fmla="*/ 0 h 1843"/>
                  <a:gd name="T6" fmla="*/ 81 w 865"/>
                  <a:gd name="T7" fmla="*/ 0 h 1843"/>
                  <a:gd name="T8" fmla="*/ 865 w 865"/>
                  <a:gd name="T9" fmla="*/ 926 h 1843"/>
                  <a:gd name="T10" fmla="*/ 88 w 865"/>
                  <a:gd name="T11" fmla="*/ 1843 h 1843"/>
                  <a:gd name="T12" fmla="*/ 7 w 865"/>
                  <a:gd name="T13" fmla="*/ 1843 h 1843"/>
                </a:gdLst>
                <a:ahLst/>
                <a:cxnLst>
                  <a:cxn ang="0">
                    <a:pos x="T0" y="T1"/>
                  </a:cxn>
                  <a:cxn ang="0">
                    <a:pos x="T2" y="T3"/>
                  </a:cxn>
                  <a:cxn ang="0">
                    <a:pos x="T4" y="T5"/>
                  </a:cxn>
                  <a:cxn ang="0">
                    <a:pos x="T6" y="T7"/>
                  </a:cxn>
                  <a:cxn ang="0">
                    <a:pos x="T8" y="T9"/>
                  </a:cxn>
                  <a:cxn ang="0">
                    <a:pos x="T10" y="T11"/>
                  </a:cxn>
                  <a:cxn ang="0">
                    <a:pos x="T12" y="T13"/>
                  </a:cxn>
                </a:cxnLst>
                <a:rect l="0" t="0" r="r" b="b"/>
                <a:pathLst>
                  <a:path w="865" h="1843">
                    <a:moveTo>
                      <a:pt x="7" y="1843"/>
                    </a:moveTo>
                    <a:lnTo>
                      <a:pt x="785" y="926"/>
                    </a:lnTo>
                    <a:lnTo>
                      <a:pt x="0" y="0"/>
                    </a:lnTo>
                    <a:lnTo>
                      <a:pt x="81" y="0"/>
                    </a:lnTo>
                    <a:lnTo>
                      <a:pt x="865" y="926"/>
                    </a:lnTo>
                    <a:lnTo>
                      <a:pt x="88" y="1843"/>
                    </a:lnTo>
                    <a:lnTo>
                      <a:pt x="7" y="1843"/>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2" name="iṥľíde"/>
              <p:cNvSpPr/>
              <p:nvPr/>
            </p:nvSpPr>
            <p:spPr bwMode="auto">
              <a:xfrm>
                <a:off x="2943225" y="1966119"/>
                <a:ext cx="1373188" cy="2925763"/>
              </a:xfrm>
              <a:custGeom>
                <a:avLst/>
                <a:gdLst>
                  <a:gd name="T0" fmla="*/ 6 w 865"/>
                  <a:gd name="T1" fmla="*/ 1843 h 1843"/>
                  <a:gd name="T2" fmla="*/ 783 w 865"/>
                  <a:gd name="T3" fmla="*/ 926 h 1843"/>
                  <a:gd name="T4" fmla="*/ 0 w 865"/>
                  <a:gd name="T5" fmla="*/ 0 h 1843"/>
                  <a:gd name="T6" fmla="*/ 81 w 865"/>
                  <a:gd name="T7" fmla="*/ 0 h 1843"/>
                  <a:gd name="T8" fmla="*/ 865 w 865"/>
                  <a:gd name="T9" fmla="*/ 926 h 1843"/>
                  <a:gd name="T10" fmla="*/ 88 w 865"/>
                  <a:gd name="T11" fmla="*/ 1843 h 1843"/>
                  <a:gd name="T12" fmla="*/ 6 w 865"/>
                  <a:gd name="T13" fmla="*/ 1843 h 1843"/>
                </a:gdLst>
                <a:ahLst/>
                <a:cxnLst>
                  <a:cxn ang="0">
                    <a:pos x="T0" y="T1"/>
                  </a:cxn>
                  <a:cxn ang="0">
                    <a:pos x="T2" y="T3"/>
                  </a:cxn>
                  <a:cxn ang="0">
                    <a:pos x="T4" y="T5"/>
                  </a:cxn>
                  <a:cxn ang="0">
                    <a:pos x="T6" y="T7"/>
                  </a:cxn>
                  <a:cxn ang="0">
                    <a:pos x="T8" y="T9"/>
                  </a:cxn>
                  <a:cxn ang="0">
                    <a:pos x="T10" y="T11"/>
                  </a:cxn>
                  <a:cxn ang="0">
                    <a:pos x="T12" y="T13"/>
                  </a:cxn>
                </a:cxnLst>
                <a:rect l="0" t="0" r="r" b="b"/>
                <a:pathLst>
                  <a:path w="865" h="1843">
                    <a:moveTo>
                      <a:pt x="6" y="1843"/>
                    </a:moveTo>
                    <a:lnTo>
                      <a:pt x="783" y="926"/>
                    </a:lnTo>
                    <a:lnTo>
                      <a:pt x="0" y="0"/>
                    </a:lnTo>
                    <a:lnTo>
                      <a:pt x="81" y="0"/>
                    </a:lnTo>
                    <a:lnTo>
                      <a:pt x="865" y="926"/>
                    </a:lnTo>
                    <a:lnTo>
                      <a:pt x="88" y="1843"/>
                    </a:lnTo>
                    <a:lnTo>
                      <a:pt x="6" y="1843"/>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3" name="ïśḻïḍe"/>
              <p:cNvSpPr/>
              <p:nvPr/>
            </p:nvSpPr>
            <p:spPr bwMode="auto">
              <a:xfrm>
                <a:off x="10220325" y="2618130"/>
                <a:ext cx="630238" cy="1584325"/>
              </a:xfrm>
              <a:custGeom>
                <a:avLst/>
                <a:gdLst>
                  <a:gd name="connsiteX0" fmla="*/ 215900 w 630238"/>
                  <a:gd name="connsiteY0" fmla="*/ 479425 h 1584325"/>
                  <a:gd name="connsiteX1" fmla="*/ 141287 w 630238"/>
                  <a:gd name="connsiteY1" fmla="*/ 548482 h 1584325"/>
                  <a:gd name="connsiteX2" fmla="*/ 215900 w 630238"/>
                  <a:gd name="connsiteY2" fmla="*/ 617539 h 1584325"/>
                  <a:gd name="connsiteX3" fmla="*/ 290513 w 630238"/>
                  <a:gd name="connsiteY3" fmla="*/ 548482 h 1584325"/>
                  <a:gd name="connsiteX4" fmla="*/ 215900 w 630238"/>
                  <a:gd name="connsiteY4" fmla="*/ 479425 h 1584325"/>
                  <a:gd name="connsiteX5" fmla="*/ 0 w 630238"/>
                  <a:gd name="connsiteY5" fmla="*/ 0 h 1584325"/>
                  <a:gd name="connsiteX6" fmla="*/ 6350 w 630238"/>
                  <a:gd name="connsiteY6" fmla="*/ 0 h 1584325"/>
                  <a:gd name="connsiteX7" fmla="*/ 630238 w 630238"/>
                  <a:gd name="connsiteY7" fmla="*/ 790575 h 1584325"/>
                  <a:gd name="connsiteX8" fmla="*/ 6350 w 630238"/>
                  <a:gd name="connsiteY8" fmla="*/ 1584325 h 1584325"/>
                  <a:gd name="connsiteX9" fmla="*/ 0 w 630238"/>
                  <a:gd name="connsiteY9" fmla="*/ 1584325 h 158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0238" h="1584325">
                    <a:moveTo>
                      <a:pt x="215900" y="479425"/>
                    </a:moveTo>
                    <a:cubicBezTo>
                      <a:pt x="174692" y="479425"/>
                      <a:pt x="141287" y="510343"/>
                      <a:pt x="141287" y="548482"/>
                    </a:cubicBezTo>
                    <a:cubicBezTo>
                      <a:pt x="141287" y="586621"/>
                      <a:pt x="174692" y="617539"/>
                      <a:pt x="215900" y="617539"/>
                    </a:cubicBezTo>
                    <a:cubicBezTo>
                      <a:pt x="257108" y="617539"/>
                      <a:pt x="290513" y="586621"/>
                      <a:pt x="290513" y="548482"/>
                    </a:cubicBezTo>
                    <a:cubicBezTo>
                      <a:pt x="290513" y="510343"/>
                      <a:pt x="257108" y="479425"/>
                      <a:pt x="215900" y="479425"/>
                    </a:cubicBezTo>
                    <a:close/>
                    <a:moveTo>
                      <a:pt x="0" y="0"/>
                    </a:moveTo>
                    <a:lnTo>
                      <a:pt x="6350" y="0"/>
                    </a:lnTo>
                    <a:lnTo>
                      <a:pt x="630238" y="790575"/>
                    </a:lnTo>
                    <a:lnTo>
                      <a:pt x="6350" y="1584325"/>
                    </a:lnTo>
                    <a:lnTo>
                      <a:pt x="0" y="1584325"/>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4" name="iśľíḋè"/>
              <p:cNvSpPr/>
              <p:nvPr/>
            </p:nvSpPr>
            <p:spPr bwMode="auto">
              <a:xfrm>
                <a:off x="1803400" y="2813393"/>
                <a:ext cx="1000125" cy="1243013"/>
              </a:xfrm>
              <a:custGeom>
                <a:avLst/>
                <a:gdLst>
                  <a:gd name="T0" fmla="*/ 111 w 571"/>
                  <a:gd name="T1" fmla="*/ 0 h 709"/>
                  <a:gd name="T2" fmla="*/ 571 w 571"/>
                  <a:gd name="T3" fmla="*/ 354 h 709"/>
                  <a:gd name="T4" fmla="*/ 111 w 571"/>
                  <a:gd name="T5" fmla="*/ 709 h 709"/>
                  <a:gd name="T6" fmla="*/ 1 w 571"/>
                  <a:gd name="T7" fmla="*/ 709 h 709"/>
                  <a:gd name="T8" fmla="*/ 424 w 571"/>
                  <a:gd name="T9" fmla="*/ 354 h 709"/>
                  <a:gd name="T10" fmla="*/ 0 w 571"/>
                  <a:gd name="T11" fmla="*/ 0 h 709"/>
                  <a:gd name="T12" fmla="*/ 111 w 571"/>
                  <a:gd name="T13" fmla="*/ 0 h 709"/>
                </a:gdLst>
                <a:ahLst/>
                <a:cxnLst>
                  <a:cxn ang="0">
                    <a:pos x="T0" y="T1"/>
                  </a:cxn>
                  <a:cxn ang="0">
                    <a:pos x="T2" y="T3"/>
                  </a:cxn>
                  <a:cxn ang="0">
                    <a:pos x="T4" y="T5"/>
                  </a:cxn>
                  <a:cxn ang="0">
                    <a:pos x="T6" y="T7"/>
                  </a:cxn>
                  <a:cxn ang="0">
                    <a:pos x="T8" y="T9"/>
                  </a:cxn>
                  <a:cxn ang="0">
                    <a:pos x="T10" y="T11"/>
                  </a:cxn>
                  <a:cxn ang="0">
                    <a:pos x="T12" y="T13"/>
                  </a:cxn>
                </a:cxnLst>
                <a:rect l="0" t="0" r="r" b="b"/>
                <a:pathLst>
                  <a:path w="571" h="709">
                    <a:moveTo>
                      <a:pt x="111" y="0"/>
                    </a:moveTo>
                    <a:cubicBezTo>
                      <a:pt x="220" y="148"/>
                      <a:pt x="390" y="264"/>
                      <a:pt x="571" y="354"/>
                    </a:cubicBezTo>
                    <a:cubicBezTo>
                      <a:pt x="388" y="443"/>
                      <a:pt x="225" y="564"/>
                      <a:pt x="111" y="709"/>
                    </a:cubicBezTo>
                    <a:cubicBezTo>
                      <a:pt x="1" y="709"/>
                      <a:pt x="1" y="709"/>
                      <a:pt x="1" y="709"/>
                    </a:cubicBezTo>
                    <a:cubicBezTo>
                      <a:pt x="116" y="568"/>
                      <a:pt x="254" y="446"/>
                      <a:pt x="424" y="354"/>
                    </a:cubicBezTo>
                    <a:cubicBezTo>
                      <a:pt x="254" y="261"/>
                      <a:pt x="111" y="138"/>
                      <a:pt x="0" y="0"/>
                    </a:cubicBezTo>
                    <a:lnTo>
                      <a:pt x="111" y="0"/>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5" name="íṡḻïḋè"/>
              <p:cNvSpPr/>
              <p:nvPr/>
            </p:nvSpPr>
            <p:spPr bwMode="auto">
              <a:xfrm>
                <a:off x="1341437" y="2813393"/>
                <a:ext cx="1001713" cy="1243013"/>
              </a:xfrm>
              <a:custGeom>
                <a:avLst/>
                <a:gdLst>
                  <a:gd name="T0" fmla="*/ 111 w 572"/>
                  <a:gd name="T1" fmla="*/ 0 h 709"/>
                  <a:gd name="T2" fmla="*/ 572 w 572"/>
                  <a:gd name="T3" fmla="*/ 354 h 709"/>
                  <a:gd name="T4" fmla="*/ 111 w 572"/>
                  <a:gd name="T5" fmla="*/ 709 h 709"/>
                  <a:gd name="T6" fmla="*/ 2 w 572"/>
                  <a:gd name="T7" fmla="*/ 709 h 709"/>
                  <a:gd name="T8" fmla="*/ 425 w 572"/>
                  <a:gd name="T9" fmla="*/ 354 h 709"/>
                  <a:gd name="T10" fmla="*/ 0 w 572"/>
                  <a:gd name="T11" fmla="*/ 0 h 709"/>
                  <a:gd name="T12" fmla="*/ 111 w 572"/>
                  <a:gd name="T13" fmla="*/ 0 h 709"/>
                </a:gdLst>
                <a:ahLst/>
                <a:cxnLst>
                  <a:cxn ang="0">
                    <a:pos x="T0" y="T1"/>
                  </a:cxn>
                  <a:cxn ang="0">
                    <a:pos x="T2" y="T3"/>
                  </a:cxn>
                  <a:cxn ang="0">
                    <a:pos x="T4" y="T5"/>
                  </a:cxn>
                  <a:cxn ang="0">
                    <a:pos x="T6" y="T7"/>
                  </a:cxn>
                  <a:cxn ang="0">
                    <a:pos x="T8" y="T9"/>
                  </a:cxn>
                  <a:cxn ang="0">
                    <a:pos x="T10" y="T11"/>
                  </a:cxn>
                  <a:cxn ang="0">
                    <a:pos x="T12" y="T13"/>
                  </a:cxn>
                </a:cxnLst>
                <a:rect l="0" t="0" r="r" b="b"/>
                <a:pathLst>
                  <a:path w="572" h="709">
                    <a:moveTo>
                      <a:pt x="111" y="0"/>
                    </a:moveTo>
                    <a:cubicBezTo>
                      <a:pt x="221" y="148"/>
                      <a:pt x="391" y="264"/>
                      <a:pt x="572" y="354"/>
                    </a:cubicBezTo>
                    <a:cubicBezTo>
                      <a:pt x="389" y="443"/>
                      <a:pt x="226" y="564"/>
                      <a:pt x="111" y="709"/>
                    </a:cubicBezTo>
                    <a:cubicBezTo>
                      <a:pt x="2" y="709"/>
                      <a:pt x="2" y="709"/>
                      <a:pt x="2" y="709"/>
                    </a:cubicBezTo>
                    <a:cubicBezTo>
                      <a:pt x="117" y="568"/>
                      <a:pt x="255" y="446"/>
                      <a:pt x="425" y="354"/>
                    </a:cubicBezTo>
                    <a:cubicBezTo>
                      <a:pt x="255" y="261"/>
                      <a:pt x="111" y="138"/>
                      <a:pt x="0" y="0"/>
                    </a:cubicBezTo>
                    <a:lnTo>
                      <a:pt x="111" y="0"/>
                    </a:lnTo>
                    <a:close/>
                  </a:path>
                </a:pathLst>
              </a:custGeom>
              <a:grpFill/>
              <a:ln>
                <a:noFill/>
              </a:ln>
            </p:spPr>
            <p:txBody>
              <a:bodyPr vert="horz" wrap="square" lIns="91440" tIns="45720" rIns="91440" bIns="45720" numCol="1" anchor="t" anchorCtr="0" compatLnSpc="1">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sp>
            <p:nvSpPr>
              <p:cNvPr id="66" name="ïṡḻíde"/>
              <p:cNvSpPr/>
              <p:nvPr/>
            </p:nvSpPr>
            <p:spPr bwMode="auto">
              <a:xfrm>
                <a:off x="2595562" y="3367430"/>
                <a:ext cx="7537450" cy="122238"/>
              </a:xfrm>
              <a:custGeom>
                <a:avLst/>
                <a:gdLst>
                  <a:gd name="T0" fmla="*/ 43 w 4304"/>
                  <a:gd name="T1" fmla="*/ 0 h 70"/>
                  <a:gd name="T2" fmla="*/ 0 w 4304"/>
                  <a:gd name="T3" fmla="*/ 35 h 70"/>
                  <a:gd name="T4" fmla="*/ 43 w 4304"/>
                  <a:gd name="T5" fmla="*/ 70 h 70"/>
                  <a:gd name="T6" fmla="*/ 4260 w 4304"/>
                  <a:gd name="T7" fmla="*/ 70 h 70"/>
                  <a:gd name="T8" fmla="*/ 4304 w 4304"/>
                  <a:gd name="T9" fmla="*/ 35 h 70"/>
                  <a:gd name="T10" fmla="*/ 4260 w 4304"/>
                  <a:gd name="T11" fmla="*/ 0 h 70"/>
                  <a:gd name="T12" fmla="*/ 43 w 4304"/>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4304" h="70">
                    <a:moveTo>
                      <a:pt x="43" y="0"/>
                    </a:moveTo>
                    <a:cubicBezTo>
                      <a:pt x="19" y="0"/>
                      <a:pt x="0" y="16"/>
                      <a:pt x="0" y="35"/>
                    </a:cubicBezTo>
                    <a:cubicBezTo>
                      <a:pt x="0" y="55"/>
                      <a:pt x="19" y="70"/>
                      <a:pt x="43" y="70"/>
                    </a:cubicBezTo>
                    <a:cubicBezTo>
                      <a:pt x="4260" y="70"/>
                      <a:pt x="4260" y="70"/>
                      <a:pt x="4260" y="70"/>
                    </a:cubicBezTo>
                    <a:cubicBezTo>
                      <a:pt x="4284" y="70"/>
                      <a:pt x="4304" y="55"/>
                      <a:pt x="4304" y="35"/>
                    </a:cubicBezTo>
                    <a:cubicBezTo>
                      <a:pt x="4304" y="16"/>
                      <a:pt x="4284" y="0"/>
                      <a:pt x="4260" y="0"/>
                    </a:cubicBezTo>
                    <a:lnTo>
                      <a:pt x="43" y="0"/>
                    </a:lnTo>
                    <a:close/>
                  </a:path>
                </a:pathLst>
              </a:custGeom>
              <a:grpFill/>
              <a:ln>
                <a:noFill/>
              </a:ln>
            </p:spPr>
            <p:txBody>
              <a:bodyPr vert="horz" wrap="square" lIns="91440" tIns="45720" rIns="91440" bIns="45720" numCol="1" anchor="t" anchorCtr="0" compatLnSpc="1">
                <a:normAutofit fontScale="25000" lnSpcReduction="20000"/>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p>
            </p:txBody>
          </p:sp>
        </p:grpSp>
        <p:sp>
          <p:nvSpPr>
            <p:cNvPr id="36" name="iṡ1íḓé"/>
            <p:cNvSpPr/>
            <p:nvPr/>
          </p:nvSpPr>
          <p:spPr>
            <a:xfrm>
              <a:off x="3294404" y="2559733"/>
              <a:ext cx="267946" cy="267946"/>
            </a:xfrm>
            <a:prstGeom prst="ellipse">
              <a:avLst/>
            </a:prstGeom>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37" name="ïṧļïḍê"/>
            <p:cNvSpPr/>
            <p:nvPr/>
          </p:nvSpPr>
          <p:spPr bwMode="auto">
            <a:xfrm>
              <a:off x="1809750" y="252058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38" name="ïšlíḍê"/>
            <p:cNvSpPr/>
            <p:nvPr/>
          </p:nvSpPr>
          <p:spPr>
            <a:xfrm>
              <a:off x="5812803" y="2559733"/>
              <a:ext cx="267946" cy="267946"/>
            </a:xfrm>
            <a:prstGeom prst="ellips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39" name="i$ľîḋé"/>
            <p:cNvSpPr/>
            <p:nvPr/>
          </p:nvSpPr>
          <p:spPr bwMode="auto">
            <a:xfrm>
              <a:off x="4328149" y="252058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40" name="i$liḑê"/>
            <p:cNvSpPr/>
            <p:nvPr/>
          </p:nvSpPr>
          <p:spPr>
            <a:xfrm>
              <a:off x="8362499" y="2559733"/>
              <a:ext cx="267946" cy="267946"/>
            </a:xfrm>
            <a:prstGeom prst="ellipse">
              <a:avLst/>
            </a:prstGeom>
            <a:solidFill>
              <a:schemeClr val="accent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41" name="iṩ1ïḓê"/>
            <p:cNvSpPr/>
            <p:nvPr/>
          </p:nvSpPr>
          <p:spPr bwMode="auto">
            <a:xfrm>
              <a:off x="6877845" y="252058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42" name="ïŝļïḍé"/>
            <p:cNvSpPr/>
            <p:nvPr/>
          </p:nvSpPr>
          <p:spPr>
            <a:xfrm>
              <a:off x="3294404" y="4451156"/>
              <a:ext cx="267946" cy="267946"/>
            </a:xfrm>
            <a:prstGeom prst="ellipse">
              <a:avLst/>
            </a:prstGeom>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43" name="ïṥ1ïdè"/>
            <p:cNvSpPr/>
            <p:nvPr/>
          </p:nvSpPr>
          <p:spPr bwMode="auto">
            <a:xfrm>
              <a:off x="1809750" y="4412004"/>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44" name="iṥḻiḋê"/>
            <p:cNvSpPr/>
            <p:nvPr/>
          </p:nvSpPr>
          <p:spPr>
            <a:xfrm>
              <a:off x="5812803" y="4451156"/>
              <a:ext cx="267946" cy="267946"/>
            </a:xfrm>
            <a:prstGeom prst="ellips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45" name="îṣlíḋé"/>
            <p:cNvSpPr/>
            <p:nvPr/>
          </p:nvSpPr>
          <p:spPr bwMode="auto">
            <a:xfrm>
              <a:off x="4328149" y="4412004"/>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46" name="íṧlïḑê"/>
            <p:cNvSpPr/>
            <p:nvPr/>
          </p:nvSpPr>
          <p:spPr>
            <a:xfrm>
              <a:off x="8362499" y="4451156"/>
              <a:ext cx="267946" cy="267946"/>
            </a:xfrm>
            <a:prstGeom prst="ellipse">
              <a:avLst/>
            </a:prstGeom>
            <a:solidFill>
              <a:schemeClr val="accent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47" name="ïSlíḍê"/>
            <p:cNvSpPr/>
            <p:nvPr/>
          </p:nvSpPr>
          <p:spPr bwMode="auto">
            <a:xfrm>
              <a:off x="6877845" y="4412004"/>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48" name="ísḷïḓé"/>
            <p:cNvSpPr/>
            <p:nvPr/>
          </p:nvSpPr>
          <p:spPr>
            <a:xfrm>
              <a:off x="3749393" y="3112407"/>
              <a:ext cx="267946" cy="267946"/>
            </a:xfrm>
            <a:prstGeom prst="ellipse">
              <a:avLst/>
            </a:prstGeom>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49" name="îS1ïďê"/>
            <p:cNvSpPr/>
            <p:nvPr/>
          </p:nvSpPr>
          <p:spPr bwMode="auto">
            <a:xfrm>
              <a:off x="2264739" y="3073255"/>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50" name="ï$líde"/>
            <p:cNvSpPr/>
            <p:nvPr/>
          </p:nvSpPr>
          <p:spPr>
            <a:xfrm>
              <a:off x="6267792" y="3112407"/>
              <a:ext cx="267946" cy="267946"/>
            </a:xfrm>
            <a:prstGeom prst="ellips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51" name="ïṥľiḑé"/>
            <p:cNvSpPr/>
            <p:nvPr/>
          </p:nvSpPr>
          <p:spPr bwMode="auto">
            <a:xfrm>
              <a:off x="4783138" y="3073255"/>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52" name="ísḻiḋê"/>
            <p:cNvSpPr/>
            <p:nvPr/>
          </p:nvSpPr>
          <p:spPr>
            <a:xfrm>
              <a:off x="8817488" y="3112407"/>
              <a:ext cx="267946" cy="267946"/>
            </a:xfrm>
            <a:prstGeom prst="ellipse">
              <a:avLst/>
            </a:prstGeom>
            <a:solidFill>
              <a:schemeClr val="accent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53" name="íṧliḓe"/>
            <p:cNvSpPr/>
            <p:nvPr/>
          </p:nvSpPr>
          <p:spPr bwMode="auto">
            <a:xfrm>
              <a:off x="7332834" y="3073255"/>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54" name="iṧḻîḓe"/>
            <p:cNvSpPr/>
            <p:nvPr/>
          </p:nvSpPr>
          <p:spPr>
            <a:xfrm>
              <a:off x="3749393" y="3934853"/>
              <a:ext cx="267946" cy="267946"/>
            </a:xfrm>
            <a:prstGeom prst="ellipse">
              <a:avLst/>
            </a:prstGeom>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55" name="íṥḻíďè"/>
            <p:cNvSpPr/>
            <p:nvPr/>
          </p:nvSpPr>
          <p:spPr bwMode="auto">
            <a:xfrm>
              <a:off x="2264739" y="389570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56" name="îṥḻiḑê"/>
            <p:cNvSpPr/>
            <p:nvPr/>
          </p:nvSpPr>
          <p:spPr>
            <a:xfrm>
              <a:off x="6267792" y="3934853"/>
              <a:ext cx="267946" cy="267946"/>
            </a:xfrm>
            <a:prstGeom prst="ellips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57" name="í$ľiḑé"/>
            <p:cNvSpPr/>
            <p:nvPr/>
          </p:nvSpPr>
          <p:spPr bwMode="auto">
            <a:xfrm>
              <a:off x="4783138" y="389570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sp>
          <p:nvSpPr>
            <p:cNvPr id="58" name="îṥḻiḑe"/>
            <p:cNvSpPr/>
            <p:nvPr/>
          </p:nvSpPr>
          <p:spPr>
            <a:xfrm>
              <a:off x="8817488" y="3934853"/>
              <a:ext cx="267946" cy="267946"/>
            </a:xfrm>
            <a:prstGeom prst="ellipse">
              <a:avLst/>
            </a:prstGeom>
            <a:solidFill>
              <a:schemeClr val="accent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40000" lnSpcReduction="20000"/>
            </a:bodyPr>
            <a:lstStyle/>
            <a:p>
              <a:pPr algn="ctr"/>
              <a:endParaRPr lang="zh-CN" altLang="en-US"/>
            </a:p>
          </p:txBody>
        </p:sp>
        <p:sp>
          <p:nvSpPr>
            <p:cNvPr id="59" name="ïṧļidè"/>
            <p:cNvSpPr/>
            <p:nvPr/>
          </p:nvSpPr>
          <p:spPr bwMode="auto">
            <a:xfrm>
              <a:off x="7332834" y="3895701"/>
              <a:ext cx="1484654"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zh-CN" altLang="en-US" sz="1100" dirty="0">
                  <a:solidFill>
                    <a:schemeClr val="tx1">
                      <a:lumMod val="50000"/>
                      <a:lumOff val="50000"/>
                    </a:schemeClr>
                  </a:solidFill>
                  <a:cs typeface="+mn-ea"/>
                  <a:sym typeface="+mn-lt"/>
                </a:rPr>
                <a:t>请替换文字内容，修改文字内容</a:t>
              </a:r>
              <a:endParaRPr lang="en-US" altLang="zh-CN" sz="1100" dirty="0">
                <a:solidFill>
                  <a:schemeClr val="tx1">
                    <a:lumMod val="50000"/>
                    <a:lumOff val="50000"/>
                  </a:schemeClr>
                </a:solidFill>
                <a:cs typeface="+mn-ea"/>
                <a:sym typeface="+mn-lt"/>
              </a:endParaRPr>
            </a:p>
          </p:txBody>
        </p:sp>
      </p:grpSp>
      <p:grpSp>
        <p:nvGrpSpPr>
          <p:cNvPr id="71" name="组合 70"/>
          <p:cNvGrpSpPr/>
          <p:nvPr/>
        </p:nvGrpSpPr>
        <p:grpSpPr>
          <a:xfrm>
            <a:off x="199289" y="258436"/>
            <a:ext cx="4355770" cy="655320"/>
            <a:chOff x="363500" y="173190"/>
            <a:chExt cx="4355770" cy="655320"/>
          </a:xfrm>
        </p:grpSpPr>
        <p:sp>
          <p:nvSpPr>
            <p:cNvPr id="72"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研究方法与结论</a:t>
              </a:r>
            </a:p>
          </p:txBody>
        </p:sp>
        <p:sp>
          <p:nvSpPr>
            <p:cNvPr id="73"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74" name="椭圆 73"/>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9287388" y="1312825"/>
            <a:ext cx="694690" cy="398780"/>
          </a:xfrm>
          <a:prstGeom prst="rect">
            <a:avLst/>
          </a:prstGeom>
          <a:noFill/>
        </p:spPr>
        <p:txBody>
          <a:bodyPr wrap="none" rtlCol="0">
            <a:spAutoFit/>
          </a:bodyPr>
          <a:lstStyle/>
          <a:p>
            <a:pPr algn="ctr"/>
            <a:r>
              <a:rPr lang="en-US" sz="2000">
                <a:solidFill>
                  <a:schemeClr val="tx1"/>
                </a:solidFill>
                <a:latin typeface="思源黑体 CN Normal" panose="020B0400000000000000" pitchFamily="34" charset="-122"/>
                <a:ea typeface="思源黑体 CN Normal" panose="020B0400000000000000" pitchFamily="34" charset="-122"/>
                <a:sym typeface="思源黑体 CN Medium" panose="020B0600000000000000" pitchFamily="34" charset="-122"/>
              </a:rPr>
              <a:t>96%</a:t>
            </a:r>
          </a:p>
        </p:txBody>
      </p:sp>
      <p:sp>
        <p:nvSpPr>
          <p:cNvPr id="4" name="Rectangle 3"/>
          <p:cNvSpPr/>
          <p:nvPr/>
        </p:nvSpPr>
        <p:spPr>
          <a:xfrm>
            <a:off x="10236624" y="2626187"/>
            <a:ext cx="651212" cy="15220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Oval 4"/>
          <p:cNvSpPr/>
          <p:nvPr/>
        </p:nvSpPr>
        <p:spPr>
          <a:xfrm>
            <a:off x="10236624" y="3822659"/>
            <a:ext cx="651212" cy="651212"/>
          </a:xfrm>
          <a:prstGeom prst="ellipse">
            <a:avLst/>
          </a:prstGeom>
          <a:solidFill>
            <a:schemeClr val="bg1"/>
          </a:solidFill>
          <a:ln>
            <a:noFill/>
          </a:ln>
          <a:effectLst>
            <a:outerShdw blurRad="152400" dist="38100" dir="5400000" algn="t" rotWithShape="0">
              <a:prstClr val="black">
                <a:alpha val="21000"/>
              </a:prstClr>
            </a:outerShdw>
          </a:effectLst>
        </p:spPr>
        <p:txBody>
          <a:bodyPr vert="horz" wrap="square" lIns="91440" tIns="45720" rIns="91440" bIns="45720" numCol="1" anchor="t" anchorCtr="0" compatLnSpc="1"/>
          <a:lstStyle/>
          <a:p>
            <a:endParaRPr lang="en-GB">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Rectangle 5"/>
          <p:cNvSpPr/>
          <p:nvPr/>
        </p:nvSpPr>
        <p:spPr>
          <a:xfrm>
            <a:off x="9321827" y="1664874"/>
            <a:ext cx="651212" cy="24833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Oval 6"/>
          <p:cNvSpPr/>
          <p:nvPr/>
        </p:nvSpPr>
        <p:spPr>
          <a:xfrm>
            <a:off x="9321827" y="3822659"/>
            <a:ext cx="651212" cy="651212"/>
          </a:xfrm>
          <a:prstGeom prst="ellipse">
            <a:avLst/>
          </a:prstGeom>
          <a:solidFill>
            <a:schemeClr val="bg1"/>
          </a:solidFill>
          <a:ln>
            <a:noFill/>
          </a:ln>
          <a:effectLst>
            <a:outerShdw blurRad="152400" dist="38100" dir="5400000" algn="t" rotWithShape="0">
              <a:prstClr val="black">
                <a:alpha val="21000"/>
              </a:prstClr>
            </a:outerShdw>
          </a:effectLst>
        </p:spPr>
        <p:txBody>
          <a:bodyPr vert="horz" wrap="square" lIns="91440" tIns="45720" rIns="91440" bIns="45720" numCol="1" anchor="t" anchorCtr="0" compatLnSpc="1"/>
          <a:lstStyle/>
          <a:p>
            <a:endParaRPr lang="en-GB">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Rectangle 7"/>
          <p:cNvSpPr/>
          <p:nvPr/>
        </p:nvSpPr>
        <p:spPr>
          <a:xfrm>
            <a:off x="8407029" y="2047332"/>
            <a:ext cx="651212" cy="21009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Oval 8"/>
          <p:cNvSpPr/>
          <p:nvPr/>
        </p:nvSpPr>
        <p:spPr>
          <a:xfrm>
            <a:off x="8407029" y="3822659"/>
            <a:ext cx="651212" cy="651212"/>
          </a:xfrm>
          <a:prstGeom prst="ellipse">
            <a:avLst/>
          </a:prstGeom>
          <a:solidFill>
            <a:schemeClr val="bg1"/>
          </a:solidFill>
          <a:ln>
            <a:noFill/>
          </a:ln>
          <a:effectLst>
            <a:outerShdw blurRad="152400" dist="38100" dir="5400000" algn="t" rotWithShape="0">
              <a:prstClr val="black">
                <a:alpha val="21000"/>
              </a:prstClr>
            </a:outerShdw>
          </a:effectLst>
        </p:spPr>
        <p:txBody>
          <a:bodyPr vert="horz" wrap="square" lIns="91440" tIns="45720" rIns="91440" bIns="45720" numCol="1" anchor="t" anchorCtr="0" compatLnSpc="1"/>
          <a:lstStyle/>
          <a:p>
            <a:endParaRPr lang="en-GB">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Rectangle 9"/>
          <p:cNvSpPr/>
          <p:nvPr/>
        </p:nvSpPr>
        <p:spPr>
          <a:xfrm>
            <a:off x="7492231" y="3049992"/>
            <a:ext cx="651212" cy="10982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Oval 10"/>
          <p:cNvSpPr/>
          <p:nvPr/>
        </p:nvSpPr>
        <p:spPr>
          <a:xfrm>
            <a:off x="7492231" y="3822659"/>
            <a:ext cx="651212" cy="651212"/>
          </a:xfrm>
          <a:prstGeom prst="ellipse">
            <a:avLst/>
          </a:prstGeom>
          <a:solidFill>
            <a:schemeClr val="bg1"/>
          </a:solidFill>
          <a:ln>
            <a:noFill/>
          </a:ln>
          <a:effectLst>
            <a:outerShdw blurRad="152400" dist="38100" dir="5400000" algn="t" rotWithShape="0">
              <a:prstClr val="black">
                <a:alpha val="21000"/>
              </a:prstClr>
            </a:outerShdw>
          </a:effectLst>
        </p:spPr>
        <p:txBody>
          <a:bodyPr vert="horz" wrap="square" lIns="91440" tIns="45720" rIns="91440" bIns="45720" numCol="1" anchor="t" anchorCtr="0" compatLnSpc="1"/>
          <a:lstStyle/>
          <a:p>
            <a:endParaRPr lang="en-GB">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Rectangle 11"/>
          <p:cNvSpPr/>
          <p:nvPr/>
        </p:nvSpPr>
        <p:spPr>
          <a:xfrm>
            <a:off x="6577433" y="2626187"/>
            <a:ext cx="651212" cy="15220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Oval 12"/>
          <p:cNvSpPr/>
          <p:nvPr/>
        </p:nvSpPr>
        <p:spPr>
          <a:xfrm>
            <a:off x="6577433" y="3822659"/>
            <a:ext cx="651212" cy="651212"/>
          </a:xfrm>
          <a:prstGeom prst="ellipse">
            <a:avLst/>
          </a:prstGeom>
          <a:solidFill>
            <a:schemeClr val="bg1"/>
          </a:solidFill>
          <a:ln>
            <a:noFill/>
          </a:ln>
          <a:effectLst>
            <a:outerShdw blurRad="152400" dist="38100" dir="5400000" algn="t" rotWithShape="0">
              <a:prstClr val="black">
                <a:alpha val="21000"/>
              </a:prstClr>
            </a:outerShdw>
          </a:effectLst>
        </p:spPr>
        <p:txBody>
          <a:bodyPr vert="horz" wrap="square" lIns="91440" tIns="45720" rIns="91440" bIns="45720" numCol="1" anchor="t" anchorCtr="0" compatLnSpc="1"/>
          <a:lstStyle/>
          <a:p>
            <a:endParaRPr lang="en-GB">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4" name="Group 13"/>
          <p:cNvGrpSpPr/>
          <p:nvPr/>
        </p:nvGrpSpPr>
        <p:grpSpPr>
          <a:xfrm>
            <a:off x="10396884" y="3979808"/>
            <a:ext cx="330694" cy="331259"/>
            <a:chOff x="9145588" y="4435475"/>
            <a:chExt cx="464344" cy="465138"/>
          </a:xfrm>
          <a:solidFill>
            <a:srgbClr val="538CBC"/>
          </a:solidFill>
        </p:grpSpPr>
        <p:sp>
          <p:nvSpPr>
            <p:cNvPr id="15"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4" name="Group 23"/>
          <p:cNvGrpSpPr/>
          <p:nvPr/>
        </p:nvGrpSpPr>
        <p:grpSpPr>
          <a:xfrm>
            <a:off x="9492543" y="3976780"/>
            <a:ext cx="309778" cy="330694"/>
            <a:chOff x="9159875" y="1647825"/>
            <a:chExt cx="434975" cy="464344"/>
          </a:xfrm>
          <a:solidFill>
            <a:srgbClr val="EEA34D"/>
          </a:solidFill>
        </p:grpSpPr>
        <p:sp>
          <p:nvSpPr>
            <p:cNvPr id="25" name="AutoShape 78"/>
            <p:cNvSpPr/>
            <p:nvPr/>
          </p:nvSpPr>
          <p:spPr bwMode="auto">
            <a:xfrm>
              <a:off x="9159875" y="1647825"/>
              <a:ext cx="434975"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AutoShape 79"/>
            <p:cNvSpPr/>
            <p:nvPr/>
          </p:nvSpPr>
          <p:spPr bwMode="auto">
            <a:xfrm>
              <a:off x="9217819" y="1705769"/>
              <a:ext cx="319088"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AutoShape 80"/>
            <p:cNvSpPr/>
            <p:nvPr/>
          </p:nvSpPr>
          <p:spPr bwMode="auto">
            <a:xfrm>
              <a:off x="9391650" y="1749425"/>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8" name="Group 27"/>
          <p:cNvGrpSpPr/>
          <p:nvPr/>
        </p:nvGrpSpPr>
        <p:grpSpPr>
          <a:xfrm>
            <a:off x="8566158" y="4008921"/>
            <a:ext cx="331260" cy="278688"/>
            <a:chOff x="5368132" y="2625725"/>
            <a:chExt cx="465138" cy="391319"/>
          </a:xfrm>
          <a:solidFill>
            <a:srgbClr val="1A6C6F"/>
          </a:solidFill>
        </p:grpSpPr>
        <p:sp>
          <p:nvSpPr>
            <p:cNvPr id="29"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solidFill>
              <a:schemeClr val="accent2"/>
            </a:solid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solidFill>
              <a:schemeClr val="accent2"/>
            </a:solid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2" name="Group 31"/>
          <p:cNvGrpSpPr/>
          <p:nvPr/>
        </p:nvGrpSpPr>
        <p:grpSpPr>
          <a:xfrm>
            <a:off x="7652207" y="3982917"/>
            <a:ext cx="330694" cy="330694"/>
            <a:chOff x="4439444" y="1652588"/>
            <a:chExt cx="464344" cy="464344"/>
          </a:xfrm>
          <a:solidFill>
            <a:srgbClr val="EEA34D"/>
          </a:solidFill>
        </p:grpSpPr>
        <p:sp>
          <p:nvSpPr>
            <p:cNvPr id="33" name="AutoShape 136"/>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AutoShape 137"/>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AutoShape 138"/>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6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6" name="Group 35"/>
          <p:cNvGrpSpPr/>
          <p:nvPr/>
        </p:nvGrpSpPr>
        <p:grpSpPr>
          <a:xfrm>
            <a:off x="6737693" y="4029191"/>
            <a:ext cx="330694" cy="258337"/>
            <a:chOff x="2581275" y="1710532"/>
            <a:chExt cx="464344" cy="362744"/>
          </a:xfrm>
          <a:solidFill>
            <a:srgbClr val="538CBC"/>
          </a:solidFill>
        </p:grpSpPr>
        <p:sp>
          <p:nvSpPr>
            <p:cNvPr id="37" name="AutoShape 140"/>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AutoShape 141"/>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AutoShape 142"/>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0" name="AutoShape 143"/>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AutoShape 144"/>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AutoShape 145"/>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3" name="AutoShape 146"/>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p:spPr>
          <p:txBody>
            <a:bodyPr lIns="19050" tIns="19050" rIns="19050" bIns="19050" anchor="ctr"/>
            <a:lstStyle/>
            <a:p>
              <a:pPr algn="ctr" defTabSz="228600" fontAlgn="base" hangingPunct="0">
                <a:spcBef>
                  <a:spcPct val="0"/>
                </a:spcBef>
                <a:spcAft>
                  <a:spcPct val="0"/>
                </a:spcAft>
              </a:pPr>
              <a:endParaRPr lang="en-US" sz="1400">
                <a:solidFill>
                  <a:srgbClr val="FFFFFF"/>
                </a:solidFill>
                <a:effectLst>
                  <a:outerShdw blurRad="38100" dist="38100" dir="2700000" algn="tl">
                    <a:srgbClr val="000000"/>
                  </a:outerShdw>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0" name="TextBox 49"/>
          <p:cNvSpPr txBox="1"/>
          <p:nvPr/>
        </p:nvSpPr>
        <p:spPr>
          <a:xfrm>
            <a:off x="6555694" y="2277051"/>
            <a:ext cx="694690" cy="398780"/>
          </a:xfrm>
          <a:prstGeom prst="rect">
            <a:avLst/>
          </a:prstGeom>
          <a:noFill/>
        </p:spPr>
        <p:txBody>
          <a:bodyPr wrap="none" rtlCol="0">
            <a:spAutoFit/>
          </a:bodyPr>
          <a:lstStyle/>
          <a:p>
            <a:pPr algn="ctr"/>
            <a:r>
              <a:rPr lang="en-US" sz="2000">
                <a:solidFill>
                  <a:schemeClr val="tx1"/>
                </a:solidFill>
                <a:latin typeface="思源黑体 CN Normal" panose="020B0400000000000000" pitchFamily="34" charset="-122"/>
                <a:ea typeface="思源黑体 CN Normal" panose="020B0400000000000000" pitchFamily="34" charset="-122"/>
                <a:sym typeface="思源黑体 CN Medium" panose="020B0600000000000000" pitchFamily="34" charset="-122"/>
              </a:rPr>
              <a:t>50%</a:t>
            </a:r>
          </a:p>
        </p:txBody>
      </p:sp>
      <p:sp>
        <p:nvSpPr>
          <p:cNvPr id="51" name="TextBox 50"/>
          <p:cNvSpPr txBox="1"/>
          <p:nvPr/>
        </p:nvSpPr>
        <p:spPr>
          <a:xfrm>
            <a:off x="7469472" y="2732881"/>
            <a:ext cx="694690" cy="398780"/>
          </a:xfrm>
          <a:prstGeom prst="rect">
            <a:avLst/>
          </a:prstGeom>
          <a:noFill/>
        </p:spPr>
        <p:txBody>
          <a:bodyPr wrap="none" rtlCol="0">
            <a:spAutoFit/>
          </a:bodyPr>
          <a:lstStyle/>
          <a:p>
            <a:pPr algn="ctr"/>
            <a:r>
              <a:rPr lang="en-US" sz="2000">
                <a:solidFill>
                  <a:schemeClr val="tx1"/>
                </a:solidFill>
                <a:latin typeface="思源黑体 CN Normal" panose="020B0400000000000000" pitchFamily="34" charset="-122"/>
                <a:ea typeface="思源黑体 CN Normal" panose="020B0400000000000000" pitchFamily="34" charset="-122"/>
                <a:sym typeface="思源黑体 CN Medium" panose="020B0600000000000000" pitchFamily="34" charset="-122"/>
              </a:rPr>
              <a:t>35%</a:t>
            </a:r>
          </a:p>
        </p:txBody>
      </p:sp>
      <p:sp>
        <p:nvSpPr>
          <p:cNvPr id="52" name="TextBox 51"/>
          <p:cNvSpPr txBox="1"/>
          <p:nvPr/>
        </p:nvSpPr>
        <p:spPr>
          <a:xfrm>
            <a:off x="10200358" y="2325932"/>
            <a:ext cx="694690" cy="398780"/>
          </a:xfrm>
          <a:prstGeom prst="rect">
            <a:avLst/>
          </a:prstGeom>
          <a:noFill/>
        </p:spPr>
        <p:txBody>
          <a:bodyPr wrap="none" rtlCol="0">
            <a:spAutoFit/>
          </a:bodyPr>
          <a:lstStyle/>
          <a:p>
            <a:pPr algn="ctr"/>
            <a:r>
              <a:rPr lang="en-US" sz="2000">
                <a:solidFill>
                  <a:schemeClr val="tx1"/>
                </a:solidFill>
                <a:latin typeface="思源黑体 CN Normal" panose="020B0400000000000000" pitchFamily="34" charset="-122"/>
                <a:ea typeface="思源黑体 CN Normal" panose="020B0400000000000000" pitchFamily="34" charset="-122"/>
                <a:sym typeface="思源黑体 CN Medium" panose="020B0600000000000000" pitchFamily="34" charset="-122"/>
              </a:rPr>
              <a:t>46%</a:t>
            </a:r>
          </a:p>
        </p:txBody>
      </p:sp>
      <p:sp>
        <p:nvSpPr>
          <p:cNvPr id="53" name="TextBox 52"/>
          <p:cNvSpPr txBox="1"/>
          <p:nvPr/>
        </p:nvSpPr>
        <p:spPr>
          <a:xfrm>
            <a:off x="8366353" y="1741657"/>
            <a:ext cx="694690" cy="398780"/>
          </a:xfrm>
          <a:prstGeom prst="rect">
            <a:avLst/>
          </a:prstGeom>
          <a:noFill/>
        </p:spPr>
        <p:txBody>
          <a:bodyPr wrap="none" rtlCol="0">
            <a:spAutoFit/>
          </a:bodyPr>
          <a:lstStyle/>
          <a:p>
            <a:pPr algn="ctr"/>
            <a:r>
              <a:rPr lang="en-US" sz="2000">
                <a:solidFill>
                  <a:schemeClr val="tx1"/>
                </a:solidFill>
                <a:latin typeface="思源黑体 CN Normal" panose="020B0400000000000000" pitchFamily="34" charset="-122"/>
                <a:ea typeface="思源黑体 CN Normal" panose="020B0400000000000000" pitchFamily="34" charset="-122"/>
                <a:sym typeface="思源黑体 CN Medium" panose="020B0600000000000000" pitchFamily="34" charset="-122"/>
              </a:rPr>
              <a:t>82%</a:t>
            </a:r>
          </a:p>
        </p:txBody>
      </p:sp>
      <p:sp>
        <p:nvSpPr>
          <p:cNvPr id="44" name="文本框 43"/>
          <p:cNvSpPr txBox="1"/>
          <p:nvPr/>
        </p:nvSpPr>
        <p:spPr>
          <a:xfrm>
            <a:off x="1395730" y="1738070"/>
            <a:ext cx="3394075" cy="969496"/>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800" b="1"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添加标题</a:t>
            </a:r>
            <a:endParaRPr lang="zh-CN" altLang="en-US" sz="1800"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indent="0" algn="l" defTabSz="914400">
              <a:lnSpc>
                <a:spcPct val="150000"/>
              </a:lnSpc>
              <a:spcAft>
                <a:spcPts val="0"/>
              </a:spcAft>
              <a:buFont typeface="Wingdings" panose="05000000000000000000" pitchFamily="2" charset="2"/>
              <a:buNone/>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请在此处添加文本内容，与标题相关并符合整体语言风格内容请简洁。</a:t>
            </a:r>
          </a:p>
        </p:txBody>
      </p:sp>
      <p:sp>
        <p:nvSpPr>
          <p:cNvPr id="45" name="文本框 44"/>
          <p:cNvSpPr txBox="1"/>
          <p:nvPr/>
        </p:nvSpPr>
        <p:spPr>
          <a:xfrm>
            <a:off x="1395730" y="3316680"/>
            <a:ext cx="3394075" cy="969496"/>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800" b="1"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添加标题</a:t>
            </a:r>
            <a:endParaRPr lang="zh-CN" altLang="en-US" sz="1800"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indent="0" algn="l" defTabSz="914400">
              <a:lnSpc>
                <a:spcPct val="150000"/>
              </a:lnSpc>
              <a:spcAft>
                <a:spcPts val="0"/>
              </a:spcAft>
              <a:buFont typeface="Wingdings" panose="05000000000000000000" pitchFamily="2" charset="2"/>
              <a:buNone/>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请在此处添加文本内容，与标题相关并符合整体语言风格内容请简洁。</a:t>
            </a:r>
          </a:p>
        </p:txBody>
      </p:sp>
      <p:sp>
        <p:nvSpPr>
          <p:cNvPr id="64" name="文本框 63"/>
          <p:cNvSpPr txBox="1"/>
          <p:nvPr/>
        </p:nvSpPr>
        <p:spPr>
          <a:xfrm>
            <a:off x="1395730" y="4873065"/>
            <a:ext cx="3394075" cy="969496"/>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800" b="1"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添加标题</a:t>
            </a:r>
            <a:endParaRPr lang="zh-CN" altLang="en-US" sz="1800"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indent="0" algn="l" defTabSz="914400">
              <a:lnSpc>
                <a:spcPct val="150000"/>
              </a:lnSpc>
              <a:spcAft>
                <a:spcPts val="0"/>
              </a:spcAft>
              <a:buFont typeface="Wingdings" panose="05000000000000000000" pitchFamily="2" charset="2"/>
              <a:buNone/>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请在此处添加文本内容，与标题相关并符合整体语言风格内容请简洁。</a:t>
            </a:r>
          </a:p>
        </p:txBody>
      </p:sp>
      <p:sp>
        <p:nvSpPr>
          <p:cNvPr id="65" name="矩形 64"/>
          <p:cNvSpPr>
            <a:spLocks noChangeArrowheads="1"/>
          </p:cNvSpPr>
          <p:nvPr/>
        </p:nvSpPr>
        <p:spPr bwMode="auto">
          <a:xfrm>
            <a:off x="6251356" y="4969316"/>
            <a:ext cx="5524508" cy="987963"/>
          </a:xfrm>
          <a:prstGeom prst="rect">
            <a:avLst/>
          </a:prstGeom>
          <a:solidFill>
            <a:schemeClr val="bg1">
              <a:lumMod val="95000"/>
            </a:schemeClr>
          </a:solidFill>
          <a:ln w="9525">
            <a:noFill/>
            <a:miter lim="800000"/>
          </a:ln>
        </p:spPr>
        <p:txBody>
          <a:bodyPr wrap="square">
            <a:spAutoFit/>
          </a:bodyPr>
          <a:lstStyle/>
          <a:p>
            <a:pPr marR="0" lvl="0" indent="0" defTabSz="457200" fontAlgn="auto" hangingPunct="0">
              <a:lnSpc>
                <a:spcPct val="150000"/>
              </a:lnSpc>
              <a:spcBef>
                <a:spcPts val="0"/>
              </a:spcBef>
              <a:spcAft>
                <a:spcPts val="0"/>
              </a:spcAft>
              <a:buClrTx/>
              <a:buSzTx/>
              <a:buFontTx/>
              <a:buNone/>
              <a:defRPr/>
            </a:pPr>
            <a:r>
              <a:rPr lang="zh-CN" altLang="en-US" b="1" noProof="0" dirty="0">
                <a:ln>
                  <a:noFill/>
                </a:ln>
                <a:effectLst/>
                <a:uLnTx/>
                <a:uFillTx/>
                <a:latin typeface="思源黑体 CN Medium" panose="020B0600000000000000" pitchFamily="34" charset="-122"/>
                <a:ea typeface="思源黑体 CN Medium" panose="020B0600000000000000" pitchFamily="34" charset="-122"/>
              </a:rPr>
              <a:t>添加标题</a:t>
            </a:r>
            <a:endParaRPr lang="en-US" altLang="zh-CN" b="1" dirty="0">
              <a:solidFill>
                <a:schemeClr val="accent2"/>
              </a:solidFill>
              <a:latin typeface="思源黑体 CN Medium" panose="020B0600000000000000" pitchFamily="34" charset="-122"/>
              <a:ea typeface="思源黑体 CN Medium" panose="020B0600000000000000" pitchFamily="34" charset="-122"/>
            </a:endParaRPr>
          </a:p>
          <a:p>
            <a:pPr>
              <a:lnSpc>
                <a:spcPct val="130000"/>
              </a:lnSpc>
              <a:defRPr/>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请您单击此处输入文本内容，可根据需要适当地调整文字的颜色或者大小等属性，祝您使用愉快</a:t>
            </a:r>
            <a:r>
              <a:rPr lang="zh-CN" altLang="en-US" sz="1200" kern="0" dirty="0">
                <a:latin typeface="思源黑体 CN Normal" panose="020B0400000000000000" pitchFamily="34" charset="-122"/>
                <a:ea typeface="思源黑体 CN Normal" panose="020B0400000000000000" pitchFamily="34" charset="-122"/>
              </a:rPr>
              <a:t>！</a:t>
            </a:r>
          </a:p>
        </p:txBody>
      </p:sp>
      <p:sp>
        <p:nvSpPr>
          <p:cNvPr id="54" name="文本框 53"/>
          <p:cNvSpPr txBox="1"/>
          <p:nvPr/>
        </p:nvSpPr>
        <p:spPr>
          <a:xfrm>
            <a:off x="1395730" y="3318032"/>
            <a:ext cx="3394075" cy="969496"/>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800" b="1"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添加标题</a:t>
            </a:r>
            <a:endParaRPr lang="zh-CN" altLang="en-US" sz="1800"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indent="0" algn="l" defTabSz="914400">
              <a:lnSpc>
                <a:spcPct val="150000"/>
              </a:lnSpc>
              <a:spcAft>
                <a:spcPts val="0"/>
              </a:spcAft>
              <a:buFont typeface="Wingdings" panose="05000000000000000000" pitchFamily="2" charset="2"/>
              <a:buNone/>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请在此处添加文本内容，与标题相关并符合整体语言风格内容请简洁。</a:t>
            </a:r>
          </a:p>
        </p:txBody>
      </p:sp>
      <p:sp>
        <p:nvSpPr>
          <p:cNvPr id="58" name="文本框 57"/>
          <p:cNvSpPr txBox="1"/>
          <p:nvPr/>
        </p:nvSpPr>
        <p:spPr>
          <a:xfrm>
            <a:off x="1395730" y="4874417"/>
            <a:ext cx="3394075" cy="969496"/>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defTabSz="457200" hangingPunct="0">
              <a:lnSpc>
                <a:spcPct val="150000"/>
              </a:lnSpc>
              <a:spcAft>
                <a:spcPts val="0"/>
              </a:spcAft>
              <a:buNone/>
              <a:defRPr/>
            </a:pPr>
            <a:r>
              <a:rPr lang="zh-CN" altLang="en-US" sz="1800" b="1"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添加标题</a:t>
            </a:r>
            <a:endParaRPr lang="zh-CN" altLang="en-US" sz="1800" dirty="0">
              <a:solidFill>
                <a:schemeClr val="tx1"/>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indent="0" algn="l" defTabSz="914400">
              <a:lnSpc>
                <a:spcPct val="150000"/>
              </a:lnSpc>
              <a:spcAft>
                <a:spcPts val="0"/>
              </a:spcAft>
              <a:buFont typeface="Wingdings" panose="05000000000000000000" pitchFamily="2" charset="2"/>
              <a:buNone/>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请在此处添加文本内容，与标题相关并符合整体语言风格内容请简洁。</a:t>
            </a:r>
          </a:p>
        </p:txBody>
      </p:sp>
      <p:sp>
        <p:nvSpPr>
          <p:cNvPr id="59" name="矩形 58"/>
          <p:cNvSpPr>
            <a:spLocks noChangeArrowheads="1"/>
          </p:cNvSpPr>
          <p:nvPr/>
        </p:nvSpPr>
        <p:spPr bwMode="auto">
          <a:xfrm>
            <a:off x="6251356" y="4970668"/>
            <a:ext cx="5524508" cy="1061829"/>
          </a:xfrm>
          <a:prstGeom prst="rect">
            <a:avLst/>
          </a:prstGeom>
          <a:solidFill>
            <a:schemeClr val="bg1">
              <a:lumMod val="95000"/>
            </a:schemeClr>
          </a:solidFill>
          <a:ln w="9525">
            <a:noFill/>
            <a:miter lim="800000"/>
          </a:ln>
        </p:spPr>
        <p:txBody>
          <a:bodyPr wrap="square">
            <a:spAutoFit/>
          </a:bodyPr>
          <a:lstStyle/>
          <a:p>
            <a:pPr marR="0" lvl="0" indent="0" defTabSz="457200" fontAlgn="auto" hangingPunct="0">
              <a:lnSpc>
                <a:spcPct val="150000"/>
              </a:lnSpc>
              <a:spcBef>
                <a:spcPts val="0"/>
              </a:spcBef>
              <a:spcAft>
                <a:spcPts val="0"/>
              </a:spcAft>
              <a:buClrTx/>
              <a:buSzTx/>
              <a:buFontTx/>
              <a:buNone/>
              <a:defRPr/>
            </a:pPr>
            <a:r>
              <a:rPr lang="zh-CN" altLang="en-US" b="1" noProof="0" dirty="0">
                <a:ln>
                  <a:noFill/>
                </a:ln>
                <a:effectLst/>
                <a:uLnTx/>
                <a:uFillTx/>
                <a:latin typeface="思源黑体 CN Medium" panose="020B0600000000000000" pitchFamily="34" charset="-122"/>
                <a:ea typeface="思源黑体 CN Medium" panose="020B0600000000000000" pitchFamily="34" charset="-122"/>
              </a:rPr>
              <a:t>添加标题</a:t>
            </a:r>
            <a:endParaRPr lang="en-US" altLang="zh-CN" b="1" dirty="0">
              <a:solidFill>
                <a:schemeClr val="accent2"/>
              </a:solidFill>
              <a:latin typeface="思源黑体 CN Medium" panose="020B0600000000000000" pitchFamily="34" charset="-122"/>
              <a:ea typeface="思源黑体 CN Medium" panose="020B0600000000000000" pitchFamily="34" charset="-122"/>
            </a:endParaRPr>
          </a:p>
          <a:p>
            <a:pPr>
              <a:lnSpc>
                <a:spcPct val="150000"/>
              </a:lnSpc>
              <a:defRPr/>
            </a:pPr>
            <a:r>
              <a:rPr lang="zh-CN" altLang="en-US" sz="1200" kern="0" dirty="0">
                <a:solidFill>
                  <a:schemeClr val="tx1">
                    <a:lumMod val="50000"/>
                    <a:lumOff val="50000"/>
                  </a:schemeClr>
                </a:solidFill>
                <a:latin typeface="思源黑体 CN Normal" panose="020B0400000000000000" pitchFamily="34" charset="-122"/>
                <a:ea typeface="思源黑体 CN Normal" panose="020B0400000000000000" pitchFamily="34" charset="-122"/>
              </a:rPr>
              <a:t>请您单击此处输入文本内容，可根据需要适当地调整文字的颜色或者大小等属性，祝您使用愉快</a:t>
            </a:r>
            <a:r>
              <a:rPr lang="zh-CN" altLang="en-US" sz="1200" kern="0" dirty="0">
                <a:latin typeface="思源黑体 CN Normal" panose="020B0400000000000000" pitchFamily="34" charset="-122"/>
                <a:ea typeface="思源黑体 CN Normal" panose="020B0400000000000000" pitchFamily="34" charset="-122"/>
              </a:rPr>
              <a:t>！</a:t>
            </a:r>
          </a:p>
        </p:txBody>
      </p:sp>
      <p:grpSp>
        <p:nvGrpSpPr>
          <p:cNvPr id="61" name="组合 60"/>
          <p:cNvGrpSpPr/>
          <p:nvPr/>
        </p:nvGrpSpPr>
        <p:grpSpPr>
          <a:xfrm>
            <a:off x="199289" y="258436"/>
            <a:ext cx="4355770" cy="655320"/>
            <a:chOff x="363500" y="173190"/>
            <a:chExt cx="4355770" cy="655320"/>
          </a:xfrm>
        </p:grpSpPr>
        <p:sp>
          <p:nvSpPr>
            <p:cNvPr id="62"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研究方法与结论</a:t>
              </a:r>
            </a:p>
          </p:txBody>
        </p:sp>
        <p:sp>
          <p:nvSpPr>
            <p:cNvPr id="63"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66" name="椭圆 65"/>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grpSp>
        <p:nvGrpSpPr>
          <p:cNvPr id="60" name="组合 59">
            <a:extLst>
              <a:ext uri="{FF2B5EF4-FFF2-40B4-BE49-F238E27FC236}">
                <a16:creationId xmlns:a16="http://schemas.microsoft.com/office/drawing/2014/main" id="{31C33BDA-048F-4A9D-AB3A-AB3BC81CB1CD}"/>
              </a:ext>
            </a:extLst>
          </p:cNvPr>
          <p:cNvGrpSpPr/>
          <p:nvPr/>
        </p:nvGrpSpPr>
        <p:grpSpPr>
          <a:xfrm>
            <a:off x="9532123" y="146872"/>
            <a:ext cx="2460588" cy="655320"/>
            <a:chOff x="9488724" y="3354030"/>
            <a:chExt cx="2545960" cy="731019"/>
          </a:xfrm>
        </p:grpSpPr>
        <p:pic>
          <p:nvPicPr>
            <p:cNvPr id="67" name="图片 66">
              <a:extLst>
                <a:ext uri="{FF2B5EF4-FFF2-40B4-BE49-F238E27FC236}">
                  <a16:creationId xmlns:a16="http://schemas.microsoft.com/office/drawing/2014/main" id="{61534C9B-0B12-4416-A2C1-D4905CB8A26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488724" y="3354030"/>
              <a:ext cx="731583" cy="731019"/>
            </a:xfrm>
            <a:prstGeom prst="rect">
              <a:avLst/>
            </a:prstGeom>
          </p:spPr>
        </p:pic>
        <p:pic>
          <p:nvPicPr>
            <p:cNvPr id="68" name="图片 67">
              <a:extLst>
                <a:ext uri="{FF2B5EF4-FFF2-40B4-BE49-F238E27FC236}">
                  <a16:creationId xmlns:a16="http://schemas.microsoft.com/office/drawing/2014/main" id="{3B3585A6-4139-419E-8D50-14C0F442127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27902" y="3370713"/>
              <a:ext cx="1643775" cy="512858"/>
            </a:xfrm>
            <a:prstGeom prst="rect">
              <a:avLst/>
            </a:prstGeom>
          </p:spPr>
        </p:pic>
        <p:sp>
          <p:nvSpPr>
            <p:cNvPr id="69" name="文本框 68">
              <a:extLst>
                <a:ext uri="{FF2B5EF4-FFF2-40B4-BE49-F238E27FC236}">
                  <a16:creationId xmlns:a16="http://schemas.microsoft.com/office/drawing/2014/main" id="{2598B155-4EC5-49F9-BCC3-AE7AB9402F7E}"/>
                </a:ext>
              </a:extLst>
            </p:cNvPr>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en-US" altLang="zh-CN" sz="900" b="1" spc="200" dirty="0">
                  <a:latin typeface="Calibri Light" panose="020F0302020204030204" pitchFamily="34" charset="0"/>
                  <a:ea typeface="思源黑体 CN Light"/>
                  <a:cs typeface="Segoe UI Light" panose="020B0502040204020203" pitchFamily="34" charset="0"/>
                </a:rPr>
                <a:t>TONGJI UNIVERSITY</a:t>
              </a:r>
            </a:p>
          </p:txBody>
        </p:sp>
      </p:grpSp>
      <p:pic>
        <p:nvPicPr>
          <p:cNvPr id="70" name="图片 69">
            <a:extLst>
              <a:ext uri="{FF2B5EF4-FFF2-40B4-BE49-F238E27FC236}">
                <a16:creationId xmlns:a16="http://schemas.microsoft.com/office/drawing/2014/main" id="{629D9574-57CE-4FD9-BD37-491BAA6F6348}"/>
              </a:ext>
            </a:extLst>
          </p:cNvPr>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a:xfrm>
            <a:off x="334963" y="6483619"/>
            <a:ext cx="1093545" cy="2629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1000"/>
                                        <p:tgtEl>
                                          <p:spTgt spid="11"/>
                                        </p:tgtEl>
                                      </p:cBhvr>
                                    </p:animEffect>
                                    <p:anim calcmode="lin" valueType="num">
                                      <p:cBhvr>
                                        <p:cTn id="56" dur="1000" fill="hold"/>
                                        <p:tgtEl>
                                          <p:spTgt spid="11"/>
                                        </p:tgtEl>
                                        <p:attrNameLst>
                                          <p:attrName>ppt_x</p:attrName>
                                        </p:attrNameLst>
                                      </p:cBhvr>
                                      <p:tavLst>
                                        <p:tav tm="0">
                                          <p:val>
                                            <p:strVal val="#ppt_x"/>
                                          </p:val>
                                        </p:tav>
                                        <p:tav tm="100000">
                                          <p:val>
                                            <p:strVal val="#ppt_x"/>
                                          </p:val>
                                        </p:tav>
                                      </p:tavLst>
                                    </p:anim>
                                    <p:anim calcmode="lin" valueType="num">
                                      <p:cBhvr>
                                        <p:cTn id="57" dur="1000" fill="hold"/>
                                        <p:tgtEl>
                                          <p:spTgt spid="11"/>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1000"/>
                                        <p:tgtEl>
                                          <p:spTgt spid="13"/>
                                        </p:tgtEl>
                                      </p:cBhvr>
                                    </p:animEffect>
                                    <p:anim calcmode="lin" valueType="num">
                                      <p:cBhvr>
                                        <p:cTn id="68" dur="1000" fill="hold"/>
                                        <p:tgtEl>
                                          <p:spTgt spid="13"/>
                                        </p:tgtEl>
                                        <p:attrNameLst>
                                          <p:attrName>ppt_x</p:attrName>
                                        </p:attrNameLst>
                                      </p:cBhvr>
                                      <p:tavLst>
                                        <p:tav tm="0">
                                          <p:val>
                                            <p:strVal val="#ppt_x"/>
                                          </p:val>
                                        </p:tav>
                                        <p:tav tm="100000">
                                          <p:val>
                                            <p:strVal val="#ppt_x"/>
                                          </p:val>
                                        </p:tav>
                                      </p:tavLst>
                                    </p:anim>
                                    <p:anim calcmode="lin" valueType="num">
                                      <p:cBhvr>
                                        <p:cTn id="69" dur="1000" fill="hold"/>
                                        <p:tgtEl>
                                          <p:spTgt spid="13"/>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nodeType="after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childTnLst>
                          </p:cTn>
                        </p:par>
                        <p:par>
                          <p:cTn id="76" fill="hold">
                            <p:stCondLst>
                              <p:cond delay="12000"/>
                            </p:stCondLst>
                            <p:childTnLst>
                              <p:par>
                                <p:cTn id="77" presetID="42" presetClass="entr" presetSubtype="0" fill="hold"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1000"/>
                                        <p:tgtEl>
                                          <p:spTgt spid="24"/>
                                        </p:tgtEl>
                                      </p:cBhvr>
                                    </p:animEffect>
                                    <p:anim calcmode="lin" valueType="num">
                                      <p:cBhvr>
                                        <p:cTn id="80" dur="1000" fill="hold"/>
                                        <p:tgtEl>
                                          <p:spTgt spid="24"/>
                                        </p:tgtEl>
                                        <p:attrNameLst>
                                          <p:attrName>ppt_x</p:attrName>
                                        </p:attrNameLst>
                                      </p:cBhvr>
                                      <p:tavLst>
                                        <p:tav tm="0">
                                          <p:val>
                                            <p:strVal val="#ppt_x"/>
                                          </p:val>
                                        </p:tav>
                                        <p:tav tm="100000">
                                          <p:val>
                                            <p:strVal val="#ppt_x"/>
                                          </p:val>
                                        </p:tav>
                                      </p:tavLst>
                                    </p:anim>
                                    <p:anim calcmode="lin" valueType="num">
                                      <p:cBhvr>
                                        <p:cTn id="81" dur="1000" fill="hold"/>
                                        <p:tgtEl>
                                          <p:spTgt spid="24"/>
                                        </p:tgtEl>
                                        <p:attrNameLst>
                                          <p:attrName>ppt_y</p:attrName>
                                        </p:attrNameLst>
                                      </p:cBhvr>
                                      <p:tavLst>
                                        <p:tav tm="0">
                                          <p:val>
                                            <p:strVal val="#ppt_y+.1"/>
                                          </p:val>
                                        </p:tav>
                                        <p:tav tm="100000">
                                          <p:val>
                                            <p:strVal val="#ppt_y"/>
                                          </p:val>
                                        </p:tav>
                                      </p:tavLst>
                                    </p:anim>
                                  </p:childTnLst>
                                </p:cTn>
                              </p:par>
                            </p:childTnLst>
                          </p:cTn>
                        </p:par>
                        <p:par>
                          <p:cTn id="82" fill="hold">
                            <p:stCondLst>
                              <p:cond delay="13000"/>
                            </p:stCondLst>
                            <p:childTnLst>
                              <p:par>
                                <p:cTn id="83" presetID="42" presetClass="entr" presetSubtype="0" fill="hold" nodeType="after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1000"/>
                                        <p:tgtEl>
                                          <p:spTgt spid="28"/>
                                        </p:tgtEl>
                                      </p:cBhvr>
                                    </p:animEffect>
                                    <p:anim calcmode="lin" valueType="num">
                                      <p:cBhvr>
                                        <p:cTn id="86" dur="1000" fill="hold"/>
                                        <p:tgtEl>
                                          <p:spTgt spid="28"/>
                                        </p:tgtEl>
                                        <p:attrNameLst>
                                          <p:attrName>ppt_x</p:attrName>
                                        </p:attrNameLst>
                                      </p:cBhvr>
                                      <p:tavLst>
                                        <p:tav tm="0">
                                          <p:val>
                                            <p:strVal val="#ppt_x"/>
                                          </p:val>
                                        </p:tav>
                                        <p:tav tm="100000">
                                          <p:val>
                                            <p:strVal val="#ppt_x"/>
                                          </p:val>
                                        </p:tav>
                                      </p:tavLst>
                                    </p:anim>
                                    <p:anim calcmode="lin" valueType="num">
                                      <p:cBhvr>
                                        <p:cTn id="87" dur="1000" fill="hold"/>
                                        <p:tgtEl>
                                          <p:spTgt spid="28"/>
                                        </p:tgtEl>
                                        <p:attrNameLst>
                                          <p:attrName>ppt_y</p:attrName>
                                        </p:attrNameLst>
                                      </p:cBhvr>
                                      <p:tavLst>
                                        <p:tav tm="0">
                                          <p:val>
                                            <p:strVal val="#ppt_y+.1"/>
                                          </p:val>
                                        </p:tav>
                                        <p:tav tm="100000">
                                          <p:val>
                                            <p:strVal val="#ppt_y"/>
                                          </p:val>
                                        </p:tav>
                                      </p:tavLst>
                                    </p:anim>
                                  </p:childTnLst>
                                </p:cTn>
                              </p:par>
                            </p:childTnLst>
                          </p:cTn>
                        </p:par>
                        <p:par>
                          <p:cTn id="88" fill="hold">
                            <p:stCondLst>
                              <p:cond delay="14000"/>
                            </p:stCondLst>
                            <p:childTnLst>
                              <p:par>
                                <p:cTn id="89" presetID="42" presetClass="entr" presetSubtype="0" fill="hold" nodeType="after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1000"/>
                                        <p:tgtEl>
                                          <p:spTgt spid="32"/>
                                        </p:tgtEl>
                                      </p:cBhvr>
                                    </p:animEffect>
                                    <p:anim calcmode="lin" valueType="num">
                                      <p:cBhvr>
                                        <p:cTn id="92" dur="1000" fill="hold"/>
                                        <p:tgtEl>
                                          <p:spTgt spid="32"/>
                                        </p:tgtEl>
                                        <p:attrNameLst>
                                          <p:attrName>ppt_x</p:attrName>
                                        </p:attrNameLst>
                                      </p:cBhvr>
                                      <p:tavLst>
                                        <p:tav tm="0">
                                          <p:val>
                                            <p:strVal val="#ppt_x"/>
                                          </p:val>
                                        </p:tav>
                                        <p:tav tm="100000">
                                          <p:val>
                                            <p:strVal val="#ppt_x"/>
                                          </p:val>
                                        </p:tav>
                                      </p:tavLst>
                                    </p:anim>
                                    <p:anim calcmode="lin" valueType="num">
                                      <p:cBhvr>
                                        <p:cTn id="93" dur="1000" fill="hold"/>
                                        <p:tgtEl>
                                          <p:spTgt spid="32"/>
                                        </p:tgtEl>
                                        <p:attrNameLst>
                                          <p:attrName>ppt_y</p:attrName>
                                        </p:attrNameLst>
                                      </p:cBhvr>
                                      <p:tavLst>
                                        <p:tav tm="0">
                                          <p:val>
                                            <p:strVal val="#ppt_y+.1"/>
                                          </p:val>
                                        </p:tav>
                                        <p:tav tm="100000">
                                          <p:val>
                                            <p:strVal val="#ppt_y"/>
                                          </p:val>
                                        </p:tav>
                                      </p:tavLst>
                                    </p:anim>
                                  </p:childTnLst>
                                </p:cTn>
                              </p:par>
                            </p:childTnLst>
                          </p:cTn>
                        </p:par>
                        <p:par>
                          <p:cTn id="94" fill="hold">
                            <p:stCondLst>
                              <p:cond delay="15000"/>
                            </p:stCondLst>
                            <p:childTnLst>
                              <p:par>
                                <p:cTn id="95" presetID="42" presetClass="entr" presetSubtype="0" fill="hold" nodeType="after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1000"/>
                                        <p:tgtEl>
                                          <p:spTgt spid="36"/>
                                        </p:tgtEl>
                                      </p:cBhvr>
                                    </p:animEffect>
                                    <p:anim calcmode="lin" valueType="num">
                                      <p:cBhvr>
                                        <p:cTn id="98" dur="1000" fill="hold"/>
                                        <p:tgtEl>
                                          <p:spTgt spid="36"/>
                                        </p:tgtEl>
                                        <p:attrNameLst>
                                          <p:attrName>ppt_x</p:attrName>
                                        </p:attrNameLst>
                                      </p:cBhvr>
                                      <p:tavLst>
                                        <p:tav tm="0">
                                          <p:val>
                                            <p:strVal val="#ppt_x"/>
                                          </p:val>
                                        </p:tav>
                                        <p:tav tm="100000">
                                          <p:val>
                                            <p:strVal val="#ppt_x"/>
                                          </p:val>
                                        </p:tav>
                                      </p:tavLst>
                                    </p:anim>
                                    <p:anim calcmode="lin" valueType="num">
                                      <p:cBhvr>
                                        <p:cTn id="99" dur="1000" fill="hold"/>
                                        <p:tgtEl>
                                          <p:spTgt spid="36"/>
                                        </p:tgtEl>
                                        <p:attrNameLst>
                                          <p:attrName>ppt_y</p:attrName>
                                        </p:attrNameLst>
                                      </p:cBhvr>
                                      <p:tavLst>
                                        <p:tav tm="0">
                                          <p:val>
                                            <p:strVal val="#ppt_y+.1"/>
                                          </p:val>
                                        </p:tav>
                                        <p:tav tm="100000">
                                          <p:val>
                                            <p:strVal val="#ppt_y"/>
                                          </p:val>
                                        </p:tav>
                                      </p:tavLst>
                                    </p:anim>
                                  </p:childTnLst>
                                </p:cTn>
                              </p:par>
                            </p:childTnLst>
                          </p:cTn>
                        </p:par>
                        <p:par>
                          <p:cTn id="100" fill="hold">
                            <p:stCondLst>
                              <p:cond delay="16000"/>
                            </p:stCondLst>
                            <p:childTnLst>
                              <p:par>
                                <p:cTn id="101" presetID="42" presetClass="entr" presetSubtype="0" fill="hold" grpId="0" nodeType="after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1000"/>
                                        <p:tgtEl>
                                          <p:spTgt spid="50"/>
                                        </p:tgtEl>
                                      </p:cBhvr>
                                    </p:animEffect>
                                    <p:anim calcmode="lin" valueType="num">
                                      <p:cBhvr>
                                        <p:cTn id="104" dur="1000" fill="hold"/>
                                        <p:tgtEl>
                                          <p:spTgt spid="50"/>
                                        </p:tgtEl>
                                        <p:attrNameLst>
                                          <p:attrName>ppt_x</p:attrName>
                                        </p:attrNameLst>
                                      </p:cBhvr>
                                      <p:tavLst>
                                        <p:tav tm="0">
                                          <p:val>
                                            <p:strVal val="#ppt_x"/>
                                          </p:val>
                                        </p:tav>
                                        <p:tav tm="100000">
                                          <p:val>
                                            <p:strVal val="#ppt_x"/>
                                          </p:val>
                                        </p:tav>
                                      </p:tavLst>
                                    </p:anim>
                                    <p:anim calcmode="lin" valueType="num">
                                      <p:cBhvr>
                                        <p:cTn id="105" dur="1000" fill="hold"/>
                                        <p:tgtEl>
                                          <p:spTgt spid="50"/>
                                        </p:tgtEl>
                                        <p:attrNameLst>
                                          <p:attrName>ppt_y</p:attrName>
                                        </p:attrNameLst>
                                      </p:cBhvr>
                                      <p:tavLst>
                                        <p:tav tm="0">
                                          <p:val>
                                            <p:strVal val="#ppt_y+.1"/>
                                          </p:val>
                                        </p:tav>
                                        <p:tav tm="100000">
                                          <p:val>
                                            <p:strVal val="#ppt_y"/>
                                          </p:val>
                                        </p:tav>
                                      </p:tavLst>
                                    </p:anim>
                                  </p:childTnLst>
                                </p:cTn>
                              </p:par>
                            </p:childTnLst>
                          </p:cTn>
                        </p:par>
                        <p:par>
                          <p:cTn id="106" fill="hold">
                            <p:stCondLst>
                              <p:cond delay="17000"/>
                            </p:stCondLst>
                            <p:childTnLst>
                              <p:par>
                                <p:cTn id="107" presetID="42" presetClass="entr" presetSubtype="0" fill="hold" grpId="0" nodeType="after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fade">
                                      <p:cBhvr>
                                        <p:cTn id="109" dur="1000"/>
                                        <p:tgtEl>
                                          <p:spTgt spid="51"/>
                                        </p:tgtEl>
                                      </p:cBhvr>
                                    </p:animEffect>
                                    <p:anim calcmode="lin" valueType="num">
                                      <p:cBhvr>
                                        <p:cTn id="110" dur="1000" fill="hold"/>
                                        <p:tgtEl>
                                          <p:spTgt spid="51"/>
                                        </p:tgtEl>
                                        <p:attrNameLst>
                                          <p:attrName>ppt_x</p:attrName>
                                        </p:attrNameLst>
                                      </p:cBhvr>
                                      <p:tavLst>
                                        <p:tav tm="0">
                                          <p:val>
                                            <p:strVal val="#ppt_x"/>
                                          </p:val>
                                        </p:tav>
                                        <p:tav tm="100000">
                                          <p:val>
                                            <p:strVal val="#ppt_x"/>
                                          </p:val>
                                        </p:tav>
                                      </p:tavLst>
                                    </p:anim>
                                    <p:anim calcmode="lin" valueType="num">
                                      <p:cBhvr>
                                        <p:cTn id="111" dur="1000" fill="hold"/>
                                        <p:tgtEl>
                                          <p:spTgt spid="51"/>
                                        </p:tgtEl>
                                        <p:attrNameLst>
                                          <p:attrName>ppt_y</p:attrName>
                                        </p:attrNameLst>
                                      </p:cBhvr>
                                      <p:tavLst>
                                        <p:tav tm="0">
                                          <p:val>
                                            <p:strVal val="#ppt_y+.1"/>
                                          </p:val>
                                        </p:tav>
                                        <p:tav tm="100000">
                                          <p:val>
                                            <p:strVal val="#ppt_y"/>
                                          </p:val>
                                        </p:tav>
                                      </p:tavLst>
                                    </p:anim>
                                  </p:childTnLst>
                                </p:cTn>
                              </p:par>
                            </p:childTnLst>
                          </p:cTn>
                        </p:par>
                        <p:par>
                          <p:cTn id="112" fill="hold">
                            <p:stCondLst>
                              <p:cond delay="18000"/>
                            </p:stCondLst>
                            <p:childTnLst>
                              <p:par>
                                <p:cTn id="113" presetID="42" presetClass="entr" presetSubtype="0" fill="hold" grpId="0" nodeType="afterEffect">
                                  <p:stCondLst>
                                    <p:cond delay="0"/>
                                  </p:stCondLst>
                                  <p:childTnLst>
                                    <p:set>
                                      <p:cBhvr>
                                        <p:cTn id="114" dur="1" fill="hold">
                                          <p:stCondLst>
                                            <p:cond delay="0"/>
                                          </p:stCondLst>
                                        </p:cTn>
                                        <p:tgtEl>
                                          <p:spTgt spid="52"/>
                                        </p:tgtEl>
                                        <p:attrNameLst>
                                          <p:attrName>style.visibility</p:attrName>
                                        </p:attrNameLst>
                                      </p:cBhvr>
                                      <p:to>
                                        <p:strVal val="visible"/>
                                      </p:to>
                                    </p:set>
                                    <p:animEffect transition="in" filter="fade">
                                      <p:cBhvr>
                                        <p:cTn id="115" dur="1000"/>
                                        <p:tgtEl>
                                          <p:spTgt spid="52"/>
                                        </p:tgtEl>
                                      </p:cBhvr>
                                    </p:animEffect>
                                    <p:anim calcmode="lin" valueType="num">
                                      <p:cBhvr>
                                        <p:cTn id="116" dur="1000" fill="hold"/>
                                        <p:tgtEl>
                                          <p:spTgt spid="52"/>
                                        </p:tgtEl>
                                        <p:attrNameLst>
                                          <p:attrName>ppt_x</p:attrName>
                                        </p:attrNameLst>
                                      </p:cBhvr>
                                      <p:tavLst>
                                        <p:tav tm="0">
                                          <p:val>
                                            <p:strVal val="#ppt_x"/>
                                          </p:val>
                                        </p:tav>
                                        <p:tav tm="100000">
                                          <p:val>
                                            <p:strVal val="#ppt_x"/>
                                          </p:val>
                                        </p:tav>
                                      </p:tavLst>
                                    </p:anim>
                                    <p:anim calcmode="lin" valueType="num">
                                      <p:cBhvr>
                                        <p:cTn id="117" dur="1000" fill="hold"/>
                                        <p:tgtEl>
                                          <p:spTgt spid="52"/>
                                        </p:tgtEl>
                                        <p:attrNameLst>
                                          <p:attrName>ppt_y</p:attrName>
                                        </p:attrNameLst>
                                      </p:cBhvr>
                                      <p:tavLst>
                                        <p:tav tm="0">
                                          <p:val>
                                            <p:strVal val="#ppt_y+.1"/>
                                          </p:val>
                                        </p:tav>
                                        <p:tav tm="100000">
                                          <p:val>
                                            <p:strVal val="#ppt_y"/>
                                          </p:val>
                                        </p:tav>
                                      </p:tavLst>
                                    </p:anim>
                                  </p:childTnLst>
                                </p:cTn>
                              </p:par>
                            </p:childTnLst>
                          </p:cTn>
                        </p:par>
                        <p:par>
                          <p:cTn id="118" fill="hold">
                            <p:stCondLst>
                              <p:cond delay="19000"/>
                            </p:stCondLst>
                            <p:childTnLst>
                              <p:par>
                                <p:cTn id="119" presetID="42" presetClass="entr" presetSubtype="0" fill="hold" grpId="0" nodeType="after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fade">
                                      <p:cBhvr>
                                        <p:cTn id="121" dur="1000"/>
                                        <p:tgtEl>
                                          <p:spTgt spid="53"/>
                                        </p:tgtEl>
                                      </p:cBhvr>
                                    </p:animEffect>
                                    <p:anim calcmode="lin" valueType="num">
                                      <p:cBhvr>
                                        <p:cTn id="122" dur="1000" fill="hold"/>
                                        <p:tgtEl>
                                          <p:spTgt spid="53"/>
                                        </p:tgtEl>
                                        <p:attrNameLst>
                                          <p:attrName>ppt_x</p:attrName>
                                        </p:attrNameLst>
                                      </p:cBhvr>
                                      <p:tavLst>
                                        <p:tav tm="0">
                                          <p:val>
                                            <p:strVal val="#ppt_x"/>
                                          </p:val>
                                        </p:tav>
                                        <p:tav tm="100000">
                                          <p:val>
                                            <p:strVal val="#ppt_x"/>
                                          </p:val>
                                        </p:tav>
                                      </p:tavLst>
                                    </p:anim>
                                    <p:anim calcmode="lin" valueType="num">
                                      <p:cBhvr>
                                        <p:cTn id="123" dur="1000" fill="hold"/>
                                        <p:tgtEl>
                                          <p:spTgt spid="53"/>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1000"/>
                                        <p:tgtEl>
                                          <p:spTgt spid="44"/>
                                        </p:tgtEl>
                                      </p:cBhvr>
                                    </p:animEffect>
                                    <p:anim calcmode="lin" valueType="num">
                                      <p:cBhvr>
                                        <p:cTn id="127" dur="1000" fill="hold"/>
                                        <p:tgtEl>
                                          <p:spTgt spid="44"/>
                                        </p:tgtEl>
                                        <p:attrNameLst>
                                          <p:attrName>ppt_x</p:attrName>
                                        </p:attrNameLst>
                                      </p:cBhvr>
                                      <p:tavLst>
                                        <p:tav tm="0">
                                          <p:val>
                                            <p:strVal val="#ppt_x"/>
                                          </p:val>
                                        </p:tav>
                                        <p:tav tm="100000">
                                          <p:val>
                                            <p:strVal val="#ppt_x"/>
                                          </p:val>
                                        </p:tav>
                                      </p:tavLst>
                                    </p:anim>
                                    <p:anim calcmode="lin" valueType="num">
                                      <p:cBhvr>
                                        <p:cTn id="128" dur="1000" fill="hold"/>
                                        <p:tgtEl>
                                          <p:spTgt spid="44"/>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fade">
                                      <p:cBhvr>
                                        <p:cTn id="131" dur="1000"/>
                                        <p:tgtEl>
                                          <p:spTgt spid="45"/>
                                        </p:tgtEl>
                                      </p:cBhvr>
                                    </p:animEffect>
                                    <p:anim calcmode="lin" valueType="num">
                                      <p:cBhvr>
                                        <p:cTn id="132" dur="1000" fill="hold"/>
                                        <p:tgtEl>
                                          <p:spTgt spid="45"/>
                                        </p:tgtEl>
                                        <p:attrNameLst>
                                          <p:attrName>ppt_x</p:attrName>
                                        </p:attrNameLst>
                                      </p:cBhvr>
                                      <p:tavLst>
                                        <p:tav tm="0">
                                          <p:val>
                                            <p:strVal val="#ppt_x"/>
                                          </p:val>
                                        </p:tav>
                                        <p:tav tm="100000">
                                          <p:val>
                                            <p:strVal val="#ppt_x"/>
                                          </p:val>
                                        </p:tav>
                                      </p:tavLst>
                                    </p:anim>
                                    <p:anim calcmode="lin" valueType="num">
                                      <p:cBhvr>
                                        <p:cTn id="133" dur="1000" fill="hold"/>
                                        <p:tgtEl>
                                          <p:spTgt spid="45"/>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64"/>
                                        </p:tgtEl>
                                        <p:attrNameLst>
                                          <p:attrName>style.visibility</p:attrName>
                                        </p:attrNameLst>
                                      </p:cBhvr>
                                      <p:to>
                                        <p:strVal val="visible"/>
                                      </p:to>
                                    </p:set>
                                    <p:animEffect transition="in" filter="fade">
                                      <p:cBhvr>
                                        <p:cTn id="136" dur="1000"/>
                                        <p:tgtEl>
                                          <p:spTgt spid="64"/>
                                        </p:tgtEl>
                                      </p:cBhvr>
                                    </p:animEffect>
                                    <p:anim calcmode="lin" valueType="num">
                                      <p:cBhvr>
                                        <p:cTn id="137" dur="1000" fill="hold"/>
                                        <p:tgtEl>
                                          <p:spTgt spid="64"/>
                                        </p:tgtEl>
                                        <p:attrNameLst>
                                          <p:attrName>ppt_x</p:attrName>
                                        </p:attrNameLst>
                                      </p:cBhvr>
                                      <p:tavLst>
                                        <p:tav tm="0">
                                          <p:val>
                                            <p:strVal val="#ppt_x"/>
                                          </p:val>
                                        </p:tav>
                                        <p:tav tm="100000">
                                          <p:val>
                                            <p:strVal val="#ppt_x"/>
                                          </p:val>
                                        </p:tav>
                                      </p:tavLst>
                                    </p:anim>
                                    <p:anim calcmode="lin" valueType="num">
                                      <p:cBhvr>
                                        <p:cTn id="138" dur="1000" fill="hold"/>
                                        <p:tgtEl>
                                          <p:spTgt spid="64"/>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1000"/>
                                        <p:tgtEl>
                                          <p:spTgt spid="54"/>
                                        </p:tgtEl>
                                      </p:cBhvr>
                                    </p:animEffect>
                                    <p:anim calcmode="lin" valueType="num">
                                      <p:cBhvr>
                                        <p:cTn id="142" dur="1000" fill="hold"/>
                                        <p:tgtEl>
                                          <p:spTgt spid="54"/>
                                        </p:tgtEl>
                                        <p:attrNameLst>
                                          <p:attrName>ppt_x</p:attrName>
                                        </p:attrNameLst>
                                      </p:cBhvr>
                                      <p:tavLst>
                                        <p:tav tm="0">
                                          <p:val>
                                            <p:strVal val="#ppt_x"/>
                                          </p:val>
                                        </p:tav>
                                        <p:tav tm="100000">
                                          <p:val>
                                            <p:strVal val="#ppt_x"/>
                                          </p:val>
                                        </p:tav>
                                      </p:tavLst>
                                    </p:anim>
                                    <p:anim calcmode="lin" valueType="num">
                                      <p:cBhvr>
                                        <p:cTn id="143" dur="1000" fill="hold"/>
                                        <p:tgtEl>
                                          <p:spTgt spid="54"/>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58"/>
                                        </p:tgtEl>
                                        <p:attrNameLst>
                                          <p:attrName>style.visibility</p:attrName>
                                        </p:attrNameLst>
                                      </p:cBhvr>
                                      <p:to>
                                        <p:strVal val="visible"/>
                                      </p:to>
                                    </p:set>
                                    <p:animEffect transition="in" filter="fade">
                                      <p:cBhvr>
                                        <p:cTn id="146" dur="1000"/>
                                        <p:tgtEl>
                                          <p:spTgt spid="58"/>
                                        </p:tgtEl>
                                      </p:cBhvr>
                                    </p:animEffect>
                                    <p:anim calcmode="lin" valueType="num">
                                      <p:cBhvr>
                                        <p:cTn id="147" dur="1000" fill="hold"/>
                                        <p:tgtEl>
                                          <p:spTgt spid="58"/>
                                        </p:tgtEl>
                                        <p:attrNameLst>
                                          <p:attrName>ppt_x</p:attrName>
                                        </p:attrNameLst>
                                      </p:cBhvr>
                                      <p:tavLst>
                                        <p:tav tm="0">
                                          <p:val>
                                            <p:strVal val="#ppt_x"/>
                                          </p:val>
                                        </p:tav>
                                        <p:tav tm="100000">
                                          <p:val>
                                            <p:strVal val="#ppt_x"/>
                                          </p:val>
                                        </p:tav>
                                      </p:tavLst>
                                    </p:anim>
                                    <p:anim calcmode="lin" valueType="num">
                                      <p:cBhvr>
                                        <p:cTn id="148"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 grpId="0" bldLvl="0" animBg="1"/>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50" grpId="0"/>
      <p:bldP spid="51" grpId="0"/>
      <p:bldP spid="52" grpId="0"/>
      <p:bldP spid="53" grpId="0"/>
      <p:bldP spid="44" grpId="0"/>
      <p:bldP spid="45" grpId="0"/>
      <p:bldP spid="64" grpId="0"/>
      <p:bldP spid="54" grpId="0"/>
      <p:bldP spid="5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064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759263" y="1841701"/>
            <a:ext cx="10759637" cy="3619680"/>
            <a:chOff x="759264" y="1841702"/>
            <a:chExt cx="10759636" cy="3619680"/>
          </a:xfrm>
        </p:grpSpPr>
        <p:grpSp>
          <p:nvGrpSpPr>
            <p:cNvPr id="6" name="ïSļiḑe"/>
            <p:cNvGrpSpPr/>
            <p:nvPr/>
          </p:nvGrpSpPr>
          <p:grpSpPr>
            <a:xfrm rot="2413841">
              <a:off x="759264" y="1841702"/>
              <a:ext cx="3490642" cy="3619680"/>
              <a:chOff x="4673129" y="1705913"/>
              <a:chExt cx="3490642" cy="3619680"/>
            </a:xfrm>
          </p:grpSpPr>
          <p:grpSp>
            <p:nvGrpSpPr>
              <p:cNvPr id="32" name="íS1îḋê"/>
              <p:cNvGrpSpPr/>
              <p:nvPr/>
            </p:nvGrpSpPr>
            <p:grpSpPr>
              <a:xfrm>
                <a:off x="4673129" y="1705913"/>
                <a:ext cx="3490642" cy="3446175"/>
                <a:chOff x="608737" y="1580962"/>
                <a:chExt cx="3490642" cy="3446175"/>
              </a:xfrm>
              <a:solidFill>
                <a:schemeClr val="accent1"/>
              </a:solidFill>
            </p:grpSpPr>
            <p:sp>
              <p:nvSpPr>
                <p:cNvPr id="47" name="iṥļiḑè"/>
                <p:cNvSpPr/>
                <p:nvPr/>
              </p:nvSpPr>
              <p:spPr bwMode="auto">
                <a:xfrm>
                  <a:off x="2838746" y="2414714"/>
                  <a:ext cx="249014" cy="153410"/>
                </a:xfrm>
                <a:custGeom>
                  <a:avLst/>
                  <a:gdLst>
                    <a:gd name="T0" fmla="*/ 4 w 47"/>
                    <a:gd name="T1" fmla="*/ 19 h 29"/>
                    <a:gd name="T2" fmla="*/ 47 w 47"/>
                    <a:gd name="T3" fmla="*/ 29 h 29"/>
                    <a:gd name="T4" fmla="*/ 40 w 47"/>
                    <a:gd name="T5" fmla="*/ 7 h 29"/>
                    <a:gd name="T6" fmla="*/ 0 w 47"/>
                    <a:gd name="T7" fmla="*/ 0 h 29"/>
                    <a:gd name="T8" fmla="*/ 4 w 47"/>
                    <a:gd name="T9" fmla="*/ 19 h 29"/>
                  </a:gdLst>
                  <a:ahLst/>
                  <a:cxnLst>
                    <a:cxn ang="0">
                      <a:pos x="T0" y="T1"/>
                    </a:cxn>
                    <a:cxn ang="0">
                      <a:pos x="T2" y="T3"/>
                    </a:cxn>
                    <a:cxn ang="0">
                      <a:pos x="T4" y="T5"/>
                    </a:cxn>
                    <a:cxn ang="0">
                      <a:pos x="T6" y="T7"/>
                    </a:cxn>
                    <a:cxn ang="0">
                      <a:pos x="T8" y="T9"/>
                    </a:cxn>
                  </a:cxnLst>
                  <a:rect l="0" t="0" r="r" b="b"/>
                  <a:pathLst>
                    <a:path w="47" h="29">
                      <a:moveTo>
                        <a:pt x="4" y="19"/>
                      </a:moveTo>
                      <a:cubicBezTo>
                        <a:pt x="19" y="22"/>
                        <a:pt x="34" y="25"/>
                        <a:pt x="47" y="29"/>
                      </a:cubicBezTo>
                      <a:cubicBezTo>
                        <a:pt x="45" y="22"/>
                        <a:pt x="43" y="14"/>
                        <a:pt x="40" y="7"/>
                      </a:cubicBezTo>
                      <a:cubicBezTo>
                        <a:pt x="27" y="4"/>
                        <a:pt x="14" y="2"/>
                        <a:pt x="0" y="0"/>
                      </a:cubicBezTo>
                      <a:cubicBezTo>
                        <a:pt x="1" y="6"/>
                        <a:pt x="3" y="12"/>
                        <a:pt x="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8" name="ïSḻïḍe"/>
                <p:cNvSpPr/>
                <p:nvPr/>
              </p:nvSpPr>
              <p:spPr bwMode="auto">
                <a:xfrm>
                  <a:off x="608737" y="2414714"/>
                  <a:ext cx="1260633" cy="1667504"/>
                </a:xfrm>
                <a:custGeom>
                  <a:avLst/>
                  <a:gdLst>
                    <a:gd name="T0" fmla="*/ 141 w 239"/>
                    <a:gd name="T1" fmla="*/ 296 h 316"/>
                    <a:gd name="T2" fmla="*/ 33 w 239"/>
                    <a:gd name="T3" fmla="*/ 172 h 316"/>
                    <a:gd name="T4" fmla="*/ 235 w 239"/>
                    <a:gd name="T5" fmla="*/ 19 h 316"/>
                    <a:gd name="T6" fmla="*/ 239 w 239"/>
                    <a:gd name="T7" fmla="*/ 0 h 316"/>
                    <a:gd name="T8" fmla="*/ 0 w 239"/>
                    <a:gd name="T9" fmla="*/ 172 h 316"/>
                    <a:gd name="T10" fmla="*/ 134 w 239"/>
                    <a:gd name="T11" fmla="*/ 316 h 316"/>
                    <a:gd name="T12" fmla="*/ 141 w 239"/>
                    <a:gd name="T13" fmla="*/ 296 h 316"/>
                  </a:gdLst>
                  <a:ahLst/>
                  <a:cxnLst>
                    <a:cxn ang="0">
                      <a:pos x="T0" y="T1"/>
                    </a:cxn>
                    <a:cxn ang="0">
                      <a:pos x="T2" y="T3"/>
                    </a:cxn>
                    <a:cxn ang="0">
                      <a:pos x="T4" y="T5"/>
                    </a:cxn>
                    <a:cxn ang="0">
                      <a:pos x="T6" y="T7"/>
                    </a:cxn>
                    <a:cxn ang="0">
                      <a:pos x="T8" y="T9"/>
                    </a:cxn>
                    <a:cxn ang="0">
                      <a:pos x="T10" y="T11"/>
                    </a:cxn>
                    <a:cxn ang="0">
                      <a:pos x="T12" y="T13"/>
                    </a:cxn>
                  </a:cxnLst>
                  <a:rect l="0" t="0" r="r" b="b"/>
                  <a:pathLst>
                    <a:path w="239" h="316">
                      <a:moveTo>
                        <a:pt x="141" y="296"/>
                      </a:moveTo>
                      <a:cubicBezTo>
                        <a:pt x="75" y="267"/>
                        <a:pt x="33" y="222"/>
                        <a:pt x="33" y="172"/>
                      </a:cubicBezTo>
                      <a:cubicBezTo>
                        <a:pt x="33" y="101"/>
                        <a:pt x="117" y="41"/>
                        <a:pt x="235" y="19"/>
                      </a:cubicBezTo>
                      <a:cubicBezTo>
                        <a:pt x="236" y="12"/>
                        <a:pt x="238" y="6"/>
                        <a:pt x="239" y="0"/>
                      </a:cubicBezTo>
                      <a:cubicBezTo>
                        <a:pt x="101" y="21"/>
                        <a:pt x="0" y="90"/>
                        <a:pt x="0" y="172"/>
                      </a:cubicBezTo>
                      <a:cubicBezTo>
                        <a:pt x="0" y="231"/>
                        <a:pt x="52" y="284"/>
                        <a:pt x="134" y="316"/>
                      </a:cubicBezTo>
                      <a:cubicBezTo>
                        <a:pt x="136" y="310"/>
                        <a:pt x="138" y="303"/>
                        <a:pt x="141" y="2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49" name="ïš1íḋè"/>
                <p:cNvSpPr/>
                <p:nvPr/>
              </p:nvSpPr>
              <p:spPr bwMode="auto">
                <a:xfrm>
                  <a:off x="3203373" y="2494754"/>
                  <a:ext cx="896006" cy="1587464"/>
                </a:xfrm>
                <a:custGeom>
                  <a:avLst/>
                  <a:gdLst>
                    <a:gd name="T0" fmla="*/ 0 w 170"/>
                    <a:gd name="T1" fmla="*/ 0 h 301"/>
                    <a:gd name="T2" fmla="*/ 6 w 170"/>
                    <a:gd name="T3" fmla="*/ 23 h 301"/>
                    <a:gd name="T4" fmla="*/ 137 w 170"/>
                    <a:gd name="T5" fmla="*/ 157 h 301"/>
                    <a:gd name="T6" fmla="*/ 29 w 170"/>
                    <a:gd name="T7" fmla="*/ 281 h 301"/>
                    <a:gd name="T8" fmla="*/ 36 w 170"/>
                    <a:gd name="T9" fmla="*/ 301 h 301"/>
                    <a:gd name="T10" fmla="*/ 170 w 170"/>
                    <a:gd name="T11" fmla="*/ 157 h 301"/>
                    <a:gd name="T12" fmla="*/ 0 w 170"/>
                    <a:gd name="T13" fmla="*/ 0 h 301"/>
                  </a:gdLst>
                  <a:ahLst/>
                  <a:cxnLst>
                    <a:cxn ang="0">
                      <a:pos x="T0" y="T1"/>
                    </a:cxn>
                    <a:cxn ang="0">
                      <a:pos x="T2" y="T3"/>
                    </a:cxn>
                    <a:cxn ang="0">
                      <a:pos x="T4" y="T5"/>
                    </a:cxn>
                    <a:cxn ang="0">
                      <a:pos x="T6" y="T7"/>
                    </a:cxn>
                    <a:cxn ang="0">
                      <a:pos x="T8" y="T9"/>
                    </a:cxn>
                    <a:cxn ang="0">
                      <a:pos x="T10" y="T11"/>
                    </a:cxn>
                    <a:cxn ang="0">
                      <a:pos x="T12" y="T13"/>
                    </a:cxn>
                  </a:cxnLst>
                  <a:rect l="0" t="0" r="r" b="b"/>
                  <a:pathLst>
                    <a:path w="170" h="301">
                      <a:moveTo>
                        <a:pt x="0" y="0"/>
                      </a:moveTo>
                      <a:cubicBezTo>
                        <a:pt x="2" y="8"/>
                        <a:pt x="4" y="15"/>
                        <a:pt x="6" y="23"/>
                      </a:cubicBezTo>
                      <a:cubicBezTo>
                        <a:pt x="85" y="52"/>
                        <a:pt x="137" y="101"/>
                        <a:pt x="137" y="157"/>
                      </a:cubicBezTo>
                      <a:cubicBezTo>
                        <a:pt x="137" y="207"/>
                        <a:pt x="95" y="252"/>
                        <a:pt x="29" y="281"/>
                      </a:cubicBezTo>
                      <a:cubicBezTo>
                        <a:pt x="32" y="288"/>
                        <a:pt x="34" y="295"/>
                        <a:pt x="36" y="301"/>
                      </a:cubicBezTo>
                      <a:cubicBezTo>
                        <a:pt x="118" y="269"/>
                        <a:pt x="170" y="216"/>
                        <a:pt x="170" y="157"/>
                      </a:cubicBezTo>
                      <a:cubicBezTo>
                        <a:pt x="170" y="90"/>
                        <a:pt x="102" y="3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50" name="îṧľiďé"/>
                <p:cNvSpPr/>
                <p:nvPr/>
              </p:nvSpPr>
              <p:spPr bwMode="auto">
                <a:xfrm>
                  <a:off x="1524753" y="1580962"/>
                  <a:ext cx="749265" cy="891559"/>
                </a:xfrm>
                <a:custGeom>
                  <a:avLst/>
                  <a:gdLst>
                    <a:gd name="T0" fmla="*/ 110 w 142"/>
                    <a:gd name="T1" fmla="*/ 45 h 169"/>
                    <a:gd name="T2" fmla="*/ 142 w 142"/>
                    <a:gd name="T3" fmla="*/ 0 h 169"/>
                    <a:gd name="T4" fmla="*/ 0 w 142"/>
                    <a:gd name="T5" fmla="*/ 169 h 169"/>
                    <a:gd name="T6" fmla="*/ 23 w 142"/>
                    <a:gd name="T7" fmla="*/ 163 h 169"/>
                    <a:gd name="T8" fmla="*/ 110 w 142"/>
                    <a:gd name="T9" fmla="*/ 45 h 169"/>
                  </a:gdLst>
                  <a:ahLst/>
                  <a:cxnLst>
                    <a:cxn ang="0">
                      <a:pos x="T0" y="T1"/>
                    </a:cxn>
                    <a:cxn ang="0">
                      <a:pos x="T2" y="T3"/>
                    </a:cxn>
                    <a:cxn ang="0">
                      <a:pos x="T4" y="T5"/>
                    </a:cxn>
                    <a:cxn ang="0">
                      <a:pos x="T6" y="T7"/>
                    </a:cxn>
                    <a:cxn ang="0">
                      <a:pos x="T8" y="T9"/>
                    </a:cxn>
                  </a:cxnLst>
                  <a:rect l="0" t="0" r="r" b="b"/>
                  <a:pathLst>
                    <a:path w="142" h="169">
                      <a:moveTo>
                        <a:pt x="110" y="45"/>
                      </a:moveTo>
                      <a:cubicBezTo>
                        <a:pt x="122" y="24"/>
                        <a:pt x="133" y="10"/>
                        <a:pt x="142" y="0"/>
                      </a:cubicBezTo>
                      <a:cubicBezTo>
                        <a:pt x="81" y="9"/>
                        <a:pt x="28" y="75"/>
                        <a:pt x="0" y="169"/>
                      </a:cubicBezTo>
                      <a:cubicBezTo>
                        <a:pt x="8" y="167"/>
                        <a:pt x="15" y="165"/>
                        <a:pt x="23" y="163"/>
                      </a:cubicBezTo>
                      <a:cubicBezTo>
                        <a:pt x="44" y="107"/>
                        <a:pt x="74" y="65"/>
                        <a:pt x="110" y="45"/>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51" name="ïṧļíḑé"/>
                <p:cNvSpPr/>
                <p:nvPr/>
              </p:nvSpPr>
              <p:spPr bwMode="auto">
                <a:xfrm>
                  <a:off x="1604793" y="4266755"/>
                  <a:ext cx="533601" cy="760382"/>
                </a:xfrm>
                <a:custGeom>
                  <a:avLst/>
                  <a:gdLst>
                    <a:gd name="T0" fmla="*/ 64 w 101"/>
                    <a:gd name="T1" fmla="*/ 82 h 144"/>
                    <a:gd name="T2" fmla="*/ 13 w 101"/>
                    <a:gd name="T3" fmla="*/ 0 h 144"/>
                    <a:gd name="T4" fmla="*/ 0 w 101"/>
                    <a:gd name="T5" fmla="*/ 23 h 144"/>
                    <a:gd name="T6" fmla="*/ 101 w 101"/>
                    <a:gd name="T7" fmla="*/ 144 h 144"/>
                    <a:gd name="T8" fmla="*/ 92 w 101"/>
                    <a:gd name="T9" fmla="*/ 123 h 144"/>
                    <a:gd name="T10" fmla="*/ 64 w 101"/>
                    <a:gd name="T11" fmla="*/ 82 h 144"/>
                  </a:gdLst>
                  <a:ahLst/>
                  <a:cxnLst>
                    <a:cxn ang="0">
                      <a:pos x="T0" y="T1"/>
                    </a:cxn>
                    <a:cxn ang="0">
                      <a:pos x="T2" y="T3"/>
                    </a:cxn>
                    <a:cxn ang="0">
                      <a:pos x="T4" y="T5"/>
                    </a:cxn>
                    <a:cxn ang="0">
                      <a:pos x="T6" y="T7"/>
                    </a:cxn>
                    <a:cxn ang="0">
                      <a:pos x="T8" y="T9"/>
                    </a:cxn>
                    <a:cxn ang="0">
                      <a:pos x="T10" y="T11"/>
                    </a:cxn>
                  </a:cxnLst>
                  <a:rect l="0" t="0" r="r" b="b"/>
                  <a:pathLst>
                    <a:path w="101" h="144">
                      <a:moveTo>
                        <a:pt x="64" y="82"/>
                      </a:moveTo>
                      <a:cubicBezTo>
                        <a:pt x="44" y="62"/>
                        <a:pt x="26" y="34"/>
                        <a:pt x="13" y="0"/>
                      </a:cubicBezTo>
                      <a:cubicBezTo>
                        <a:pt x="6" y="6"/>
                        <a:pt x="2" y="13"/>
                        <a:pt x="0" y="23"/>
                      </a:cubicBezTo>
                      <a:cubicBezTo>
                        <a:pt x="24" y="83"/>
                        <a:pt x="60" y="126"/>
                        <a:pt x="101" y="144"/>
                      </a:cubicBezTo>
                      <a:cubicBezTo>
                        <a:pt x="98" y="137"/>
                        <a:pt x="94" y="130"/>
                        <a:pt x="92" y="123"/>
                      </a:cubicBezTo>
                      <a:cubicBezTo>
                        <a:pt x="79" y="113"/>
                        <a:pt x="69" y="99"/>
                        <a:pt x="64" y="82"/>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52" name="îsļiḓê"/>
                <p:cNvSpPr/>
                <p:nvPr/>
              </p:nvSpPr>
              <p:spPr bwMode="auto">
                <a:xfrm>
                  <a:off x="1404692" y="2590357"/>
                  <a:ext cx="195654" cy="1207273"/>
                </a:xfrm>
                <a:custGeom>
                  <a:avLst/>
                  <a:gdLst>
                    <a:gd name="T0" fmla="*/ 23 w 37"/>
                    <a:gd name="T1" fmla="*/ 208 h 229"/>
                    <a:gd name="T2" fmla="*/ 18 w 37"/>
                    <a:gd name="T3" fmla="*/ 139 h 229"/>
                    <a:gd name="T4" fmla="*/ 37 w 37"/>
                    <a:gd name="T5" fmla="*/ 0 h 229"/>
                    <a:gd name="T6" fmla="*/ 15 w 37"/>
                    <a:gd name="T7" fmla="*/ 7 h 229"/>
                    <a:gd name="T8" fmla="*/ 0 w 37"/>
                    <a:gd name="T9" fmla="*/ 139 h 229"/>
                    <a:gd name="T10" fmla="*/ 7 w 37"/>
                    <a:gd name="T11" fmla="*/ 229 h 229"/>
                    <a:gd name="T12" fmla="*/ 23 w 37"/>
                    <a:gd name="T13" fmla="*/ 208 h 229"/>
                  </a:gdLst>
                  <a:ahLst/>
                  <a:cxnLst>
                    <a:cxn ang="0">
                      <a:pos x="T0" y="T1"/>
                    </a:cxn>
                    <a:cxn ang="0">
                      <a:pos x="T2" y="T3"/>
                    </a:cxn>
                    <a:cxn ang="0">
                      <a:pos x="T4" y="T5"/>
                    </a:cxn>
                    <a:cxn ang="0">
                      <a:pos x="T6" y="T7"/>
                    </a:cxn>
                    <a:cxn ang="0">
                      <a:pos x="T8" y="T9"/>
                    </a:cxn>
                    <a:cxn ang="0">
                      <a:pos x="T10" y="T11"/>
                    </a:cxn>
                    <a:cxn ang="0">
                      <a:pos x="T12" y="T13"/>
                    </a:cxn>
                  </a:cxnLst>
                  <a:rect l="0" t="0" r="r" b="b"/>
                  <a:pathLst>
                    <a:path w="37" h="229">
                      <a:moveTo>
                        <a:pt x="23" y="208"/>
                      </a:moveTo>
                      <a:cubicBezTo>
                        <a:pt x="20" y="186"/>
                        <a:pt x="18" y="163"/>
                        <a:pt x="18" y="139"/>
                      </a:cubicBezTo>
                      <a:cubicBezTo>
                        <a:pt x="18" y="89"/>
                        <a:pt x="25" y="41"/>
                        <a:pt x="37" y="0"/>
                      </a:cubicBezTo>
                      <a:cubicBezTo>
                        <a:pt x="30" y="2"/>
                        <a:pt x="22" y="4"/>
                        <a:pt x="15" y="7"/>
                      </a:cubicBezTo>
                      <a:cubicBezTo>
                        <a:pt x="6" y="48"/>
                        <a:pt x="0" y="92"/>
                        <a:pt x="0" y="139"/>
                      </a:cubicBezTo>
                      <a:cubicBezTo>
                        <a:pt x="0" y="170"/>
                        <a:pt x="3" y="200"/>
                        <a:pt x="7" y="229"/>
                      </a:cubicBezTo>
                      <a:cubicBezTo>
                        <a:pt x="12" y="222"/>
                        <a:pt x="17" y="214"/>
                        <a:pt x="23" y="208"/>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53" name="íṧḻïdê"/>
                <p:cNvSpPr/>
                <p:nvPr/>
              </p:nvSpPr>
              <p:spPr bwMode="auto">
                <a:xfrm>
                  <a:off x="2569722" y="4266755"/>
                  <a:ext cx="533601" cy="760382"/>
                </a:xfrm>
                <a:custGeom>
                  <a:avLst/>
                  <a:gdLst>
                    <a:gd name="T0" fmla="*/ 88 w 101"/>
                    <a:gd name="T1" fmla="*/ 0 h 144"/>
                    <a:gd name="T2" fmla="*/ 37 w 101"/>
                    <a:gd name="T3" fmla="*/ 82 h 144"/>
                    <a:gd name="T4" fmla="*/ 9 w 101"/>
                    <a:gd name="T5" fmla="*/ 123 h 144"/>
                    <a:gd name="T6" fmla="*/ 0 w 101"/>
                    <a:gd name="T7" fmla="*/ 144 h 144"/>
                    <a:gd name="T8" fmla="*/ 101 w 101"/>
                    <a:gd name="T9" fmla="*/ 23 h 144"/>
                    <a:gd name="T10" fmla="*/ 88 w 101"/>
                    <a:gd name="T11" fmla="*/ 0 h 144"/>
                  </a:gdLst>
                  <a:ahLst/>
                  <a:cxnLst>
                    <a:cxn ang="0">
                      <a:pos x="T0" y="T1"/>
                    </a:cxn>
                    <a:cxn ang="0">
                      <a:pos x="T2" y="T3"/>
                    </a:cxn>
                    <a:cxn ang="0">
                      <a:pos x="T4" y="T5"/>
                    </a:cxn>
                    <a:cxn ang="0">
                      <a:pos x="T6" y="T7"/>
                    </a:cxn>
                    <a:cxn ang="0">
                      <a:pos x="T8" y="T9"/>
                    </a:cxn>
                    <a:cxn ang="0">
                      <a:pos x="T10" y="T11"/>
                    </a:cxn>
                  </a:cxnLst>
                  <a:rect l="0" t="0" r="r" b="b"/>
                  <a:pathLst>
                    <a:path w="101" h="144">
                      <a:moveTo>
                        <a:pt x="88" y="0"/>
                      </a:moveTo>
                      <a:cubicBezTo>
                        <a:pt x="75" y="34"/>
                        <a:pt x="57" y="62"/>
                        <a:pt x="37" y="82"/>
                      </a:cubicBezTo>
                      <a:cubicBezTo>
                        <a:pt x="32" y="99"/>
                        <a:pt x="22" y="113"/>
                        <a:pt x="9" y="123"/>
                      </a:cubicBezTo>
                      <a:cubicBezTo>
                        <a:pt x="7" y="130"/>
                        <a:pt x="3" y="137"/>
                        <a:pt x="0" y="144"/>
                      </a:cubicBezTo>
                      <a:cubicBezTo>
                        <a:pt x="41" y="126"/>
                        <a:pt x="77" y="83"/>
                        <a:pt x="101" y="23"/>
                      </a:cubicBezTo>
                      <a:cubicBezTo>
                        <a:pt x="99" y="13"/>
                        <a:pt x="95" y="6"/>
                        <a:pt x="88" y="0"/>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54" name="iṩ1íḓé"/>
                <p:cNvSpPr/>
                <p:nvPr/>
              </p:nvSpPr>
              <p:spPr bwMode="auto">
                <a:xfrm>
                  <a:off x="2434098" y="1580962"/>
                  <a:ext cx="869325" cy="2216669"/>
                </a:xfrm>
                <a:custGeom>
                  <a:avLst/>
                  <a:gdLst>
                    <a:gd name="T0" fmla="*/ 2 w 165"/>
                    <a:gd name="T1" fmla="*/ 2 h 420"/>
                    <a:gd name="T2" fmla="*/ 2 w 165"/>
                    <a:gd name="T3" fmla="*/ 2 h 420"/>
                    <a:gd name="T4" fmla="*/ 3 w 165"/>
                    <a:gd name="T5" fmla="*/ 4 h 420"/>
                    <a:gd name="T6" fmla="*/ 3 w 165"/>
                    <a:gd name="T7" fmla="*/ 4 h 420"/>
                    <a:gd name="T8" fmla="*/ 5 w 165"/>
                    <a:gd name="T9" fmla="*/ 6 h 420"/>
                    <a:gd name="T10" fmla="*/ 5 w 165"/>
                    <a:gd name="T11" fmla="*/ 6 h 420"/>
                    <a:gd name="T12" fmla="*/ 7 w 165"/>
                    <a:gd name="T13" fmla="*/ 8 h 420"/>
                    <a:gd name="T14" fmla="*/ 7 w 165"/>
                    <a:gd name="T15" fmla="*/ 8 h 420"/>
                    <a:gd name="T16" fmla="*/ 32 w 165"/>
                    <a:gd name="T17" fmla="*/ 45 h 420"/>
                    <a:gd name="T18" fmla="*/ 147 w 165"/>
                    <a:gd name="T19" fmla="*/ 330 h 420"/>
                    <a:gd name="T20" fmla="*/ 142 w 165"/>
                    <a:gd name="T21" fmla="*/ 399 h 420"/>
                    <a:gd name="T22" fmla="*/ 142 w 165"/>
                    <a:gd name="T23" fmla="*/ 399 h 420"/>
                    <a:gd name="T24" fmla="*/ 146 w 165"/>
                    <a:gd name="T25" fmla="*/ 404 h 420"/>
                    <a:gd name="T26" fmla="*/ 147 w 165"/>
                    <a:gd name="T27" fmla="*/ 404 h 420"/>
                    <a:gd name="T28" fmla="*/ 150 w 165"/>
                    <a:gd name="T29" fmla="*/ 409 h 420"/>
                    <a:gd name="T30" fmla="*/ 151 w 165"/>
                    <a:gd name="T31" fmla="*/ 409 h 420"/>
                    <a:gd name="T32" fmla="*/ 158 w 165"/>
                    <a:gd name="T33" fmla="*/ 420 h 420"/>
                    <a:gd name="T34" fmla="*/ 165 w 165"/>
                    <a:gd name="T35" fmla="*/ 330 h 420"/>
                    <a:gd name="T36" fmla="*/ 0 w 165"/>
                    <a:gd name="T37" fmla="*/ 0 h 420"/>
                    <a:gd name="T38" fmla="*/ 2 w 165"/>
                    <a:gd name="T39" fmla="*/ 2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5" h="420">
                      <a:moveTo>
                        <a:pt x="2" y="2"/>
                      </a:moveTo>
                      <a:cubicBezTo>
                        <a:pt x="2" y="2"/>
                        <a:pt x="2" y="2"/>
                        <a:pt x="2" y="2"/>
                      </a:cubicBezTo>
                      <a:cubicBezTo>
                        <a:pt x="2" y="2"/>
                        <a:pt x="3" y="3"/>
                        <a:pt x="3" y="4"/>
                      </a:cubicBezTo>
                      <a:cubicBezTo>
                        <a:pt x="3" y="4"/>
                        <a:pt x="3" y="4"/>
                        <a:pt x="3" y="4"/>
                      </a:cubicBezTo>
                      <a:cubicBezTo>
                        <a:pt x="4" y="4"/>
                        <a:pt x="5" y="5"/>
                        <a:pt x="5" y="6"/>
                      </a:cubicBezTo>
                      <a:cubicBezTo>
                        <a:pt x="5" y="6"/>
                        <a:pt x="5" y="6"/>
                        <a:pt x="5" y="6"/>
                      </a:cubicBezTo>
                      <a:cubicBezTo>
                        <a:pt x="6" y="7"/>
                        <a:pt x="6" y="7"/>
                        <a:pt x="7" y="8"/>
                      </a:cubicBezTo>
                      <a:cubicBezTo>
                        <a:pt x="7" y="8"/>
                        <a:pt x="7" y="8"/>
                        <a:pt x="7" y="8"/>
                      </a:cubicBezTo>
                      <a:cubicBezTo>
                        <a:pt x="14" y="17"/>
                        <a:pt x="23" y="29"/>
                        <a:pt x="32" y="45"/>
                      </a:cubicBezTo>
                      <a:cubicBezTo>
                        <a:pt x="98" y="82"/>
                        <a:pt x="147" y="196"/>
                        <a:pt x="147" y="330"/>
                      </a:cubicBezTo>
                      <a:cubicBezTo>
                        <a:pt x="147" y="354"/>
                        <a:pt x="145" y="377"/>
                        <a:pt x="142" y="399"/>
                      </a:cubicBezTo>
                      <a:cubicBezTo>
                        <a:pt x="142" y="399"/>
                        <a:pt x="142" y="399"/>
                        <a:pt x="142" y="399"/>
                      </a:cubicBezTo>
                      <a:cubicBezTo>
                        <a:pt x="144" y="400"/>
                        <a:pt x="145" y="402"/>
                        <a:pt x="146" y="404"/>
                      </a:cubicBezTo>
                      <a:cubicBezTo>
                        <a:pt x="147" y="404"/>
                        <a:pt x="147" y="404"/>
                        <a:pt x="147" y="404"/>
                      </a:cubicBezTo>
                      <a:cubicBezTo>
                        <a:pt x="148" y="406"/>
                        <a:pt x="149" y="407"/>
                        <a:pt x="150" y="409"/>
                      </a:cubicBezTo>
                      <a:cubicBezTo>
                        <a:pt x="150" y="409"/>
                        <a:pt x="150" y="409"/>
                        <a:pt x="151" y="409"/>
                      </a:cubicBezTo>
                      <a:cubicBezTo>
                        <a:pt x="153" y="413"/>
                        <a:pt x="156" y="416"/>
                        <a:pt x="158" y="420"/>
                      </a:cubicBezTo>
                      <a:cubicBezTo>
                        <a:pt x="162" y="391"/>
                        <a:pt x="165" y="361"/>
                        <a:pt x="165" y="330"/>
                      </a:cubicBezTo>
                      <a:cubicBezTo>
                        <a:pt x="165" y="156"/>
                        <a:pt x="92" y="14"/>
                        <a:pt x="0" y="0"/>
                      </a:cubicBezTo>
                      <a:cubicBezTo>
                        <a:pt x="1" y="0"/>
                        <a:pt x="1" y="1"/>
                        <a:pt x="2" y="2"/>
                      </a:cubicBezTo>
                      <a:close/>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grpSp>
          <p:grpSp>
            <p:nvGrpSpPr>
              <p:cNvPr id="33" name="íṩliḑè"/>
              <p:cNvGrpSpPr/>
              <p:nvPr/>
            </p:nvGrpSpPr>
            <p:grpSpPr>
              <a:xfrm>
                <a:off x="5590257" y="1928332"/>
                <a:ext cx="1656387" cy="3397261"/>
                <a:chOff x="5590257" y="1928332"/>
                <a:chExt cx="1656387" cy="3397261"/>
              </a:xfrm>
            </p:grpSpPr>
            <p:sp>
              <p:nvSpPr>
                <p:cNvPr id="34" name="î$1îḍê"/>
                <p:cNvSpPr/>
                <p:nvPr/>
              </p:nvSpPr>
              <p:spPr bwMode="auto">
                <a:xfrm>
                  <a:off x="6146091" y="4233934"/>
                  <a:ext cx="546941" cy="549165"/>
                </a:xfrm>
                <a:prstGeom prst="ellipse">
                  <a:avLst/>
                </a:prstGeom>
                <a:solidFill>
                  <a:schemeClr val="bg1">
                    <a:lumMod val="85000"/>
                  </a:schemeClr>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35" name="íşļïḍê"/>
                <p:cNvSpPr/>
                <p:nvPr/>
              </p:nvSpPr>
              <p:spPr bwMode="auto">
                <a:xfrm>
                  <a:off x="6197228" y="4291741"/>
                  <a:ext cx="444668" cy="626981"/>
                </a:xfrm>
                <a:prstGeom prst="ellipse">
                  <a:avLst/>
                </a:prstGeom>
                <a:solidFill>
                  <a:schemeClr val="bg1">
                    <a:lumMod val="65000"/>
                  </a:schemeClr>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36" name="îṡľiḋè"/>
                <p:cNvSpPr/>
                <p:nvPr/>
              </p:nvSpPr>
              <p:spPr bwMode="auto">
                <a:xfrm>
                  <a:off x="6255035" y="4345101"/>
                  <a:ext cx="326831" cy="711468"/>
                </a:xfrm>
                <a:prstGeom prst="ellipse">
                  <a:avLst/>
                </a:prstGeom>
                <a:solidFill>
                  <a:schemeClr val="bg1">
                    <a:lumMod val="85000"/>
                  </a:schemeClr>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37" name="íṧliďè"/>
                <p:cNvSpPr/>
                <p:nvPr/>
              </p:nvSpPr>
              <p:spPr bwMode="auto">
                <a:xfrm>
                  <a:off x="6308395" y="4396237"/>
                  <a:ext cx="222334" cy="791509"/>
                </a:xfrm>
                <a:prstGeom prst="ellipse">
                  <a:avLst/>
                </a:pr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38" name="íṧḷîdè"/>
                <p:cNvSpPr/>
                <p:nvPr/>
              </p:nvSpPr>
              <p:spPr bwMode="auto">
                <a:xfrm>
                  <a:off x="6366202" y="4454044"/>
                  <a:ext cx="106720" cy="871549"/>
                </a:xfrm>
                <a:prstGeom prst="ellipse">
                  <a:avLst/>
                </a:prstGeom>
                <a:solidFill>
                  <a:schemeClr val="bg1">
                    <a:lumMod val="85000"/>
                  </a:schemeClr>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39" name="îś1iďè"/>
                <p:cNvSpPr/>
                <p:nvPr/>
              </p:nvSpPr>
              <p:spPr bwMode="auto">
                <a:xfrm>
                  <a:off x="5590257" y="3304578"/>
                  <a:ext cx="1656387" cy="1018289"/>
                </a:xfrm>
                <a:custGeom>
                  <a:avLst/>
                  <a:gdLst>
                    <a:gd name="T0" fmla="*/ 157 w 314"/>
                    <a:gd name="T1" fmla="*/ 108 h 193"/>
                    <a:gd name="T2" fmla="*/ 310 w 314"/>
                    <a:gd name="T3" fmla="*/ 193 h 193"/>
                    <a:gd name="T4" fmla="*/ 314 w 314"/>
                    <a:gd name="T5" fmla="*/ 157 h 193"/>
                    <a:gd name="T6" fmla="*/ 157 w 314"/>
                    <a:gd name="T7" fmla="*/ 0 h 193"/>
                    <a:gd name="T8" fmla="*/ 0 w 314"/>
                    <a:gd name="T9" fmla="*/ 157 h 193"/>
                    <a:gd name="T10" fmla="*/ 4 w 314"/>
                    <a:gd name="T11" fmla="*/ 193 h 193"/>
                    <a:gd name="T12" fmla="*/ 157 w 314"/>
                    <a:gd name="T13" fmla="*/ 108 h 193"/>
                  </a:gdLst>
                  <a:ahLst/>
                  <a:cxnLst>
                    <a:cxn ang="0">
                      <a:pos x="T0" y="T1"/>
                    </a:cxn>
                    <a:cxn ang="0">
                      <a:pos x="T2" y="T3"/>
                    </a:cxn>
                    <a:cxn ang="0">
                      <a:pos x="T4" y="T5"/>
                    </a:cxn>
                    <a:cxn ang="0">
                      <a:pos x="T6" y="T7"/>
                    </a:cxn>
                    <a:cxn ang="0">
                      <a:pos x="T8" y="T9"/>
                    </a:cxn>
                    <a:cxn ang="0">
                      <a:pos x="T10" y="T11"/>
                    </a:cxn>
                    <a:cxn ang="0">
                      <a:pos x="T12" y="T13"/>
                    </a:cxn>
                  </a:cxnLst>
                  <a:rect l="0" t="0" r="r" b="b"/>
                  <a:pathLst>
                    <a:path w="314" h="193">
                      <a:moveTo>
                        <a:pt x="157" y="108"/>
                      </a:moveTo>
                      <a:cubicBezTo>
                        <a:pt x="231" y="108"/>
                        <a:pt x="294" y="124"/>
                        <a:pt x="310" y="193"/>
                      </a:cubicBezTo>
                      <a:cubicBezTo>
                        <a:pt x="313" y="182"/>
                        <a:pt x="314" y="170"/>
                        <a:pt x="314" y="157"/>
                      </a:cubicBezTo>
                      <a:cubicBezTo>
                        <a:pt x="314" y="71"/>
                        <a:pt x="244" y="0"/>
                        <a:pt x="157" y="0"/>
                      </a:cubicBezTo>
                      <a:cubicBezTo>
                        <a:pt x="70" y="0"/>
                        <a:pt x="0" y="71"/>
                        <a:pt x="0" y="157"/>
                      </a:cubicBezTo>
                      <a:cubicBezTo>
                        <a:pt x="0" y="170"/>
                        <a:pt x="1" y="182"/>
                        <a:pt x="4" y="193"/>
                      </a:cubicBezTo>
                      <a:cubicBezTo>
                        <a:pt x="20" y="124"/>
                        <a:pt x="83" y="108"/>
                        <a:pt x="157" y="108"/>
                      </a:cubicBezTo>
                      <a:close/>
                    </a:path>
                  </a:pathLst>
                </a:custGeom>
                <a:solidFill>
                  <a:schemeClr val="accent2"/>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40" name="îşḷïḓé"/>
                <p:cNvSpPr/>
                <p:nvPr/>
              </p:nvSpPr>
              <p:spPr bwMode="auto">
                <a:xfrm>
                  <a:off x="5923757" y="1928332"/>
                  <a:ext cx="996056" cy="2236679"/>
                </a:xfrm>
                <a:custGeom>
                  <a:avLst/>
                  <a:gdLst>
                    <a:gd name="T0" fmla="*/ 155 w 189"/>
                    <a:gd name="T1" fmla="*/ 424 h 424"/>
                    <a:gd name="T2" fmla="*/ 177 w 189"/>
                    <a:gd name="T3" fmla="*/ 207 h 424"/>
                    <a:gd name="T4" fmla="*/ 94 w 189"/>
                    <a:gd name="T5" fmla="*/ 0 h 424"/>
                    <a:gd name="T6" fmla="*/ 94 w 189"/>
                    <a:gd name="T7" fmla="*/ 0 h 424"/>
                    <a:gd name="T8" fmla="*/ 94 w 189"/>
                    <a:gd name="T9" fmla="*/ 0 h 424"/>
                    <a:gd name="T10" fmla="*/ 94 w 189"/>
                    <a:gd name="T11" fmla="*/ 0 h 424"/>
                    <a:gd name="T12" fmla="*/ 94 w 189"/>
                    <a:gd name="T13" fmla="*/ 0 h 424"/>
                    <a:gd name="T14" fmla="*/ 11 w 189"/>
                    <a:gd name="T15" fmla="*/ 207 h 424"/>
                    <a:gd name="T16" fmla="*/ 33 w 189"/>
                    <a:gd name="T17" fmla="*/ 424 h 424"/>
                    <a:gd name="T18" fmla="*/ 94 w 189"/>
                    <a:gd name="T19" fmla="*/ 417 h 424"/>
                    <a:gd name="T20" fmla="*/ 155 w 189"/>
                    <a:gd name="T21" fmla="*/ 424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9" h="424">
                      <a:moveTo>
                        <a:pt x="155" y="424"/>
                      </a:moveTo>
                      <a:cubicBezTo>
                        <a:pt x="155" y="424"/>
                        <a:pt x="189" y="341"/>
                        <a:pt x="177" y="207"/>
                      </a:cubicBezTo>
                      <a:cubicBezTo>
                        <a:pt x="164" y="55"/>
                        <a:pt x="94" y="0"/>
                        <a:pt x="94" y="0"/>
                      </a:cubicBezTo>
                      <a:cubicBezTo>
                        <a:pt x="94" y="0"/>
                        <a:pt x="94" y="0"/>
                        <a:pt x="94" y="0"/>
                      </a:cubicBezTo>
                      <a:cubicBezTo>
                        <a:pt x="94" y="0"/>
                        <a:pt x="94" y="0"/>
                        <a:pt x="94" y="0"/>
                      </a:cubicBezTo>
                      <a:cubicBezTo>
                        <a:pt x="94" y="0"/>
                        <a:pt x="94" y="0"/>
                        <a:pt x="94" y="0"/>
                      </a:cubicBezTo>
                      <a:cubicBezTo>
                        <a:pt x="94" y="0"/>
                        <a:pt x="94" y="0"/>
                        <a:pt x="94" y="0"/>
                      </a:cubicBezTo>
                      <a:cubicBezTo>
                        <a:pt x="94" y="0"/>
                        <a:pt x="24" y="55"/>
                        <a:pt x="11" y="207"/>
                      </a:cubicBezTo>
                      <a:cubicBezTo>
                        <a:pt x="0" y="341"/>
                        <a:pt x="33" y="424"/>
                        <a:pt x="33" y="424"/>
                      </a:cubicBezTo>
                      <a:cubicBezTo>
                        <a:pt x="33" y="424"/>
                        <a:pt x="42" y="417"/>
                        <a:pt x="94" y="417"/>
                      </a:cubicBezTo>
                      <a:cubicBezTo>
                        <a:pt x="146" y="417"/>
                        <a:pt x="155" y="424"/>
                        <a:pt x="155" y="424"/>
                      </a:cubicBezTo>
                      <a:close/>
                    </a:path>
                  </a:pathLst>
                </a:custGeom>
                <a:solidFill>
                  <a:schemeClr val="accent2"/>
                </a:solidFill>
                <a:ln>
                  <a:noFill/>
                </a:ln>
              </p:spPr>
              <p:txBody>
                <a:bodyPr vert="horz" wrap="square" lIns="91440" tIns="45720" rIns="91440" bIns="45720" numCol="1" anchor="t" anchorCtr="0" compatLnSpc="1">
                  <a:normAutofit/>
                </a:bodyPr>
                <a:lstStyle/>
                <a:p>
                  <a:endParaRPr lang="en-US">
                    <a:solidFill>
                      <a:schemeClr val="tx1">
                        <a:lumMod val="75000"/>
                        <a:lumOff val="25000"/>
                      </a:schemeClr>
                    </a:solidFill>
                  </a:endParaRPr>
                </a:p>
              </p:txBody>
            </p:sp>
            <p:sp>
              <p:nvSpPr>
                <p:cNvPr id="41" name="íṥľidé"/>
                <p:cNvSpPr/>
                <p:nvPr/>
              </p:nvSpPr>
              <p:spPr bwMode="auto">
                <a:xfrm>
                  <a:off x="6372872" y="2988864"/>
                  <a:ext cx="93380" cy="88934"/>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2" name="íşlîdê"/>
                <p:cNvSpPr/>
                <p:nvPr/>
              </p:nvSpPr>
              <p:spPr bwMode="auto">
                <a:xfrm>
                  <a:off x="6372872" y="3177848"/>
                  <a:ext cx="93380" cy="88934"/>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3" name="íśľîḋé"/>
                <p:cNvSpPr/>
                <p:nvPr/>
              </p:nvSpPr>
              <p:spPr bwMode="auto">
                <a:xfrm>
                  <a:off x="6372872" y="3369055"/>
                  <a:ext cx="93380" cy="88934"/>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4" name="iŝḻiḋe"/>
                <p:cNvSpPr/>
                <p:nvPr/>
              </p:nvSpPr>
              <p:spPr bwMode="auto">
                <a:xfrm>
                  <a:off x="6372872" y="3558039"/>
                  <a:ext cx="93380" cy="88934"/>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5" name="îṣľiḑe"/>
                <p:cNvSpPr/>
                <p:nvPr/>
              </p:nvSpPr>
              <p:spPr bwMode="auto">
                <a:xfrm>
                  <a:off x="6372872" y="3747023"/>
                  <a:ext cx="93380" cy="91157"/>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sp>
              <p:nvSpPr>
                <p:cNvPr id="46" name="îṣḻíďè"/>
                <p:cNvSpPr/>
                <p:nvPr/>
              </p:nvSpPr>
              <p:spPr bwMode="auto">
                <a:xfrm>
                  <a:off x="6230578" y="2433030"/>
                  <a:ext cx="377968" cy="153410"/>
                </a:xfrm>
                <a:prstGeom prst="ellipse">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en-US">
                    <a:solidFill>
                      <a:schemeClr val="tx1">
                        <a:lumMod val="75000"/>
                        <a:lumOff val="25000"/>
                      </a:schemeClr>
                    </a:solidFill>
                  </a:endParaRPr>
                </a:p>
              </p:txBody>
            </p:sp>
          </p:grpSp>
        </p:grpSp>
        <p:grpSp>
          <p:nvGrpSpPr>
            <p:cNvPr id="7" name="îSḷïḍe"/>
            <p:cNvGrpSpPr/>
            <p:nvPr/>
          </p:nvGrpSpPr>
          <p:grpSpPr>
            <a:xfrm>
              <a:off x="4774922" y="2363530"/>
              <a:ext cx="731520" cy="731520"/>
              <a:chOff x="4774922" y="2363530"/>
              <a:chExt cx="731520" cy="731520"/>
            </a:xfrm>
          </p:grpSpPr>
          <p:sp>
            <p:nvSpPr>
              <p:cNvPr id="30" name="i$ḷiḋe"/>
              <p:cNvSpPr/>
              <p:nvPr/>
            </p:nvSpPr>
            <p:spPr>
              <a:xfrm>
                <a:off x="4774922" y="2363530"/>
                <a:ext cx="731520" cy="731520"/>
              </a:xfrm>
              <a:prstGeom prst="flowChartDocument">
                <a:avLst/>
              </a:pr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p>
                <a:pPr algn="ctr"/>
                <a:endParaRPr lang="en-US">
                  <a:solidFill>
                    <a:schemeClr val="tx1">
                      <a:lumMod val="75000"/>
                      <a:lumOff val="25000"/>
                    </a:schemeClr>
                  </a:solidFill>
                </a:endParaRPr>
              </a:p>
            </p:txBody>
          </p:sp>
          <p:sp>
            <p:nvSpPr>
              <p:cNvPr id="31" name="iṧliḓé"/>
              <p:cNvSpPr/>
              <p:nvPr/>
            </p:nvSpPr>
            <p:spPr bwMode="auto">
              <a:xfrm flipH="1">
                <a:off x="4923443" y="2553455"/>
                <a:ext cx="434478" cy="351670"/>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solidFill>
                    <a:schemeClr val="tx1">
                      <a:lumMod val="75000"/>
                      <a:lumOff val="25000"/>
                    </a:schemeClr>
                  </a:solidFill>
                </a:endParaRPr>
              </a:p>
            </p:txBody>
          </p:sp>
        </p:grpSp>
        <p:grpSp>
          <p:nvGrpSpPr>
            <p:cNvPr id="8" name="îŝḻíḋê"/>
            <p:cNvGrpSpPr/>
            <p:nvPr/>
          </p:nvGrpSpPr>
          <p:grpSpPr>
            <a:xfrm>
              <a:off x="5640518" y="2198851"/>
              <a:ext cx="2263594" cy="1111889"/>
              <a:chOff x="8429020" y="3161137"/>
              <a:chExt cx="3093055" cy="1111889"/>
            </a:xfrm>
          </p:grpSpPr>
          <p:sp>
            <p:nvSpPr>
              <p:cNvPr id="28" name="ïşļiḑe"/>
              <p:cNvSpPr/>
              <p:nvPr/>
            </p:nvSpPr>
            <p:spPr bwMode="auto">
              <a:xfrm>
                <a:off x="8429020" y="3548735"/>
                <a:ext cx="3093055"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9" name="ï$líḍè"/>
              <p:cNvSpPr txBox="1"/>
              <p:nvPr/>
            </p:nvSpPr>
            <p:spPr bwMode="auto">
              <a:xfrm>
                <a:off x="8429020" y="3161137"/>
                <a:ext cx="3093055"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输入文本</a:t>
                </a:r>
                <a:endParaRPr lang="en-US" altLang="zh-CN" sz="2000" b="1" dirty="0">
                  <a:solidFill>
                    <a:schemeClr val="tx1">
                      <a:lumMod val="75000"/>
                      <a:lumOff val="25000"/>
                    </a:schemeClr>
                  </a:solidFill>
                </a:endParaRPr>
              </a:p>
            </p:txBody>
          </p:sp>
        </p:grpSp>
        <p:grpSp>
          <p:nvGrpSpPr>
            <p:cNvPr id="9" name="işḷîḓè"/>
            <p:cNvGrpSpPr/>
            <p:nvPr/>
          </p:nvGrpSpPr>
          <p:grpSpPr>
            <a:xfrm>
              <a:off x="9255306" y="2198851"/>
              <a:ext cx="2263594" cy="1111889"/>
              <a:chOff x="8429020" y="3161137"/>
              <a:chExt cx="3093055" cy="1111889"/>
            </a:xfrm>
          </p:grpSpPr>
          <p:sp>
            <p:nvSpPr>
              <p:cNvPr id="26" name="iśľidè"/>
              <p:cNvSpPr/>
              <p:nvPr/>
            </p:nvSpPr>
            <p:spPr bwMode="auto">
              <a:xfrm>
                <a:off x="8429020" y="3548735"/>
                <a:ext cx="3093055"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7" name="ïšliḑe"/>
              <p:cNvSpPr txBox="1"/>
              <p:nvPr/>
            </p:nvSpPr>
            <p:spPr bwMode="auto">
              <a:xfrm>
                <a:off x="8429020" y="3161137"/>
                <a:ext cx="3093055"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输入文本</a:t>
                </a:r>
                <a:endParaRPr lang="en-US" altLang="zh-CN" sz="2000" b="1" dirty="0">
                  <a:solidFill>
                    <a:schemeClr val="tx1">
                      <a:lumMod val="75000"/>
                      <a:lumOff val="25000"/>
                    </a:schemeClr>
                  </a:solidFill>
                </a:endParaRPr>
              </a:p>
            </p:txBody>
          </p:sp>
        </p:grpSp>
        <p:grpSp>
          <p:nvGrpSpPr>
            <p:cNvPr id="10" name="iṩḻiḋè"/>
            <p:cNvGrpSpPr/>
            <p:nvPr/>
          </p:nvGrpSpPr>
          <p:grpSpPr>
            <a:xfrm>
              <a:off x="5640518" y="3898223"/>
              <a:ext cx="2263594" cy="1111889"/>
              <a:chOff x="8429020" y="3161137"/>
              <a:chExt cx="3093055" cy="1111889"/>
            </a:xfrm>
          </p:grpSpPr>
          <p:sp>
            <p:nvSpPr>
              <p:cNvPr id="24" name="ïsľïďé"/>
              <p:cNvSpPr/>
              <p:nvPr/>
            </p:nvSpPr>
            <p:spPr bwMode="auto">
              <a:xfrm>
                <a:off x="8429020" y="3548735"/>
                <a:ext cx="3093055"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5" name="ïṣḻïdé"/>
              <p:cNvSpPr txBox="1"/>
              <p:nvPr/>
            </p:nvSpPr>
            <p:spPr bwMode="auto">
              <a:xfrm>
                <a:off x="8429020" y="3161137"/>
                <a:ext cx="3093055"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输入文本</a:t>
                </a:r>
                <a:endParaRPr lang="en-US" altLang="zh-CN" sz="2000" b="1" dirty="0">
                  <a:solidFill>
                    <a:schemeClr val="tx1">
                      <a:lumMod val="75000"/>
                      <a:lumOff val="25000"/>
                    </a:schemeClr>
                  </a:solidFill>
                </a:endParaRPr>
              </a:p>
            </p:txBody>
          </p:sp>
        </p:grpSp>
        <p:grpSp>
          <p:nvGrpSpPr>
            <p:cNvPr id="11" name="îšḷíḋé"/>
            <p:cNvGrpSpPr/>
            <p:nvPr/>
          </p:nvGrpSpPr>
          <p:grpSpPr>
            <a:xfrm>
              <a:off x="9255306" y="3898223"/>
              <a:ext cx="2263594" cy="1111889"/>
              <a:chOff x="8429020" y="3161137"/>
              <a:chExt cx="3093055" cy="1111889"/>
            </a:xfrm>
          </p:grpSpPr>
          <p:sp>
            <p:nvSpPr>
              <p:cNvPr id="22" name="îṡ1ïḓê"/>
              <p:cNvSpPr/>
              <p:nvPr/>
            </p:nvSpPr>
            <p:spPr bwMode="auto">
              <a:xfrm>
                <a:off x="8429020" y="3548735"/>
                <a:ext cx="3093055"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3" name="iŝḷiḓê"/>
              <p:cNvSpPr txBox="1"/>
              <p:nvPr/>
            </p:nvSpPr>
            <p:spPr bwMode="auto">
              <a:xfrm>
                <a:off x="8429020" y="3161137"/>
                <a:ext cx="3093055"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solidFill>
                      <a:schemeClr val="tx1">
                        <a:lumMod val="75000"/>
                        <a:lumOff val="25000"/>
                      </a:schemeClr>
                    </a:solidFill>
                  </a:rPr>
                  <a:t>输入文本</a:t>
                </a:r>
                <a:endParaRPr lang="en-US" altLang="zh-CN" sz="2000" b="1" dirty="0">
                  <a:solidFill>
                    <a:schemeClr val="tx1">
                      <a:lumMod val="75000"/>
                      <a:lumOff val="25000"/>
                    </a:schemeClr>
                  </a:solidFill>
                </a:endParaRPr>
              </a:p>
            </p:txBody>
          </p:sp>
        </p:grpSp>
        <p:grpSp>
          <p:nvGrpSpPr>
            <p:cNvPr id="12" name="îśḻïďe"/>
            <p:cNvGrpSpPr/>
            <p:nvPr/>
          </p:nvGrpSpPr>
          <p:grpSpPr>
            <a:xfrm>
              <a:off x="8389710" y="2363530"/>
              <a:ext cx="731520" cy="731520"/>
              <a:chOff x="8389710" y="2363530"/>
              <a:chExt cx="731520" cy="731520"/>
            </a:xfrm>
          </p:grpSpPr>
          <p:sp>
            <p:nvSpPr>
              <p:cNvPr id="20" name="îsļïdê"/>
              <p:cNvSpPr/>
              <p:nvPr/>
            </p:nvSpPr>
            <p:spPr>
              <a:xfrm>
                <a:off x="8389710" y="2363530"/>
                <a:ext cx="731520" cy="731520"/>
              </a:xfrm>
              <a:prstGeom prst="flowChartDocument">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p>
                <a:pPr algn="ctr"/>
                <a:endParaRPr lang="en-US">
                  <a:solidFill>
                    <a:schemeClr val="tx1">
                      <a:lumMod val="75000"/>
                      <a:lumOff val="25000"/>
                    </a:schemeClr>
                  </a:solidFill>
                </a:endParaRPr>
              </a:p>
            </p:txBody>
          </p:sp>
          <p:sp>
            <p:nvSpPr>
              <p:cNvPr id="21" name="íşlîḍè"/>
              <p:cNvSpPr/>
              <p:nvPr/>
            </p:nvSpPr>
            <p:spPr bwMode="auto">
              <a:xfrm flipH="1">
                <a:off x="8572637" y="2553455"/>
                <a:ext cx="365666" cy="351670"/>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bg1"/>
              </a:solidFill>
              <a:ln>
                <a:noFill/>
              </a:ln>
            </p:spPr>
            <p:txBody>
              <a:bodyPr wrap="square" lIns="91440" tIns="45720" rIns="91440" bIns="45720">
                <a:normAutofit lnSpcReduction="10000"/>
              </a:bodyPr>
              <a:lstStyle/>
              <a:p>
                <a:endParaRPr lang="zh-CN" altLang="en-US" dirty="0">
                  <a:solidFill>
                    <a:schemeClr val="tx1">
                      <a:lumMod val="75000"/>
                      <a:lumOff val="25000"/>
                    </a:schemeClr>
                  </a:solidFill>
                </a:endParaRPr>
              </a:p>
            </p:txBody>
          </p:sp>
        </p:grpSp>
        <p:grpSp>
          <p:nvGrpSpPr>
            <p:cNvPr id="13" name="ïşļîḍê"/>
            <p:cNvGrpSpPr/>
            <p:nvPr/>
          </p:nvGrpSpPr>
          <p:grpSpPr>
            <a:xfrm>
              <a:off x="8389710" y="4062902"/>
              <a:ext cx="731520" cy="731520"/>
              <a:chOff x="8389710" y="4062902"/>
              <a:chExt cx="731520" cy="731520"/>
            </a:xfrm>
          </p:grpSpPr>
          <p:sp>
            <p:nvSpPr>
              <p:cNvPr id="18" name="îšľîḍê"/>
              <p:cNvSpPr/>
              <p:nvPr/>
            </p:nvSpPr>
            <p:spPr>
              <a:xfrm>
                <a:off x="8389710" y="4062902"/>
                <a:ext cx="731520" cy="731520"/>
              </a:xfrm>
              <a:prstGeom prst="flowChartDocument">
                <a:avLst/>
              </a:pr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p>
                <a:pPr algn="ctr"/>
                <a:endParaRPr lang="en-US">
                  <a:solidFill>
                    <a:schemeClr val="tx1">
                      <a:lumMod val="75000"/>
                      <a:lumOff val="25000"/>
                    </a:schemeClr>
                  </a:solidFill>
                </a:endParaRPr>
              </a:p>
            </p:txBody>
          </p:sp>
          <p:sp>
            <p:nvSpPr>
              <p:cNvPr id="19" name="îṡlîḍé"/>
              <p:cNvSpPr/>
              <p:nvPr/>
            </p:nvSpPr>
            <p:spPr bwMode="auto">
              <a:xfrm flipH="1">
                <a:off x="8576770" y="4256749"/>
                <a:ext cx="357400" cy="343826"/>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txBody>
              <a:bodyPr/>
              <a:lstStyle/>
              <a:p>
                <a:endParaRPr lang="zh-CN" altLang="en-US">
                  <a:solidFill>
                    <a:schemeClr val="tx1">
                      <a:lumMod val="75000"/>
                      <a:lumOff val="25000"/>
                    </a:schemeClr>
                  </a:solidFill>
                </a:endParaRPr>
              </a:p>
            </p:txBody>
          </p:sp>
        </p:grpSp>
        <p:grpSp>
          <p:nvGrpSpPr>
            <p:cNvPr id="14" name="iSḻiḍè"/>
            <p:cNvGrpSpPr/>
            <p:nvPr/>
          </p:nvGrpSpPr>
          <p:grpSpPr>
            <a:xfrm>
              <a:off x="4774922" y="4062902"/>
              <a:ext cx="731520" cy="731520"/>
              <a:chOff x="4774922" y="4062902"/>
              <a:chExt cx="731520" cy="731520"/>
            </a:xfrm>
          </p:grpSpPr>
          <p:sp>
            <p:nvSpPr>
              <p:cNvPr id="16" name="íslîďê"/>
              <p:cNvSpPr/>
              <p:nvPr/>
            </p:nvSpPr>
            <p:spPr>
              <a:xfrm>
                <a:off x="4774922" y="4062902"/>
                <a:ext cx="731520" cy="731520"/>
              </a:xfrm>
              <a:prstGeom prst="flowChartDocument">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rmAutofit/>
              </a:bodyPr>
              <a:lstStyle/>
              <a:p>
                <a:pPr algn="ctr"/>
                <a:endParaRPr lang="en-US">
                  <a:solidFill>
                    <a:schemeClr val="tx1">
                      <a:lumMod val="75000"/>
                      <a:lumOff val="25000"/>
                    </a:schemeClr>
                  </a:solidFill>
                </a:endParaRPr>
              </a:p>
            </p:txBody>
          </p:sp>
          <p:sp>
            <p:nvSpPr>
              <p:cNvPr id="17" name="íṣľîḋé"/>
              <p:cNvSpPr/>
              <p:nvPr/>
            </p:nvSpPr>
            <p:spPr bwMode="auto">
              <a:xfrm flipH="1">
                <a:off x="4958905" y="4247224"/>
                <a:ext cx="363554" cy="362876"/>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txBody>
              <a:bodyPr wrap="square" lIns="91440" tIns="45720" rIns="91440" bIns="45720">
                <a:normAutofit lnSpcReduction="10000"/>
              </a:bodyPr>
              <a:lstStyle/>
              <a:p>
                <a:endParaRPr lang="zh-CN" altLang="en-US">
                  <a:solidFill>
                    <a:schemeClr val="tx1">
                      <a:lumMod val="75000"/>
                      <a:lumOff val="25000"/>
                    </a:schemeClr>
                  </a:solidFill>
                </a:endParaRPr>
              </a:p>
            </p:txBody>
          </p:sp>
        </p:grpSp>
        <p:cxnSp>
          <p:nvCxnSpPr>
            <p:cNvPr id="15" name="直接连接符 14"/>
            <p:cNvCxnSpPr/>
            <p:nvPr/>
          </p:nvCxnSpPr>
          <p:spPr>
            <a:xfrm>
              <a:off x="5734050" y="3604482"/>
              <a:ext cx="578485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6" name="组合 55"/>
          <p:cNvGrpSpPr/>
          <p:nvPr/>
        </p:nvGrpSpPr>
        <p:grpSpPr>
          <a:xfrm>
            <a:off x="199289" y="258436"/>
            <a:ext cx="4355770" cy="655320"/>
            <a:chOff x="363500" y="173190"/>
            <a:chExt cx="4355770" cy="655320"/>
          </a:xfrm>
        </p:grpSpPr>
        <p:sp>
          <p:nvSpPr>
            <p:cNvPr id="57"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研究方法与结论</a:t>
              </a:r>
            </a:p>
          </p:txBody>
        </p:sp>
        <p:sp>
          <p:nvSpPr>
            <p:cNvPr id="58"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59" name="椭圆 58"/>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03</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25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04899" y="1822230"/>
            <a:ext cx="9982202" cy="3295580"/>
            <a:chOff x="1104899" y="1822230"/>
            <a:chExt cx="9982202" cy="3295580"/>
          </a:xfrm>
        </p:grpSpPr>
        <p:sp>
          <p:nvSpPr>
            <p:cNvPr id="6" name="ïṥḻîḋé"/>
            <p:cNvSpPr/>
            <p:nvPr/>
          </p:nvSpPr>
          <p:spPr>
            <a:xfrm>
              <a:off x="1755411" y="2945154"/>
              <a:ext cx="965831" cy="965832"/>
            </a:xfrm>
            <a:prstGeom prst="star7">
              <a:avLst>
                <a:gd name="adj" fmla="val 40882"/>
                <a:gd name="hf" fmla="val 102572"/>
                <a:gd name="vf" fmla="val 10521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7" name="iṡḷíḍé"/>
            <p:cNvSpPr/>
            <p:nvPr/>
          </p:nvSpPr>
          <p:spPr>
            <a:xfrm>
              <a:off x="4327194" y="2945154"/>
              <a:ext cx="965831" cy="965832"/>
            </a:xfrm>
            <a:prstGeom prst="star7">
              <a:avLst>
                <a:gd name="adj" fmla="val 40882"/>
                <a:gd name="hf" fmla="val 102572"/>
                <a:gd name="vf" fmla="val 10521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8" name="îṧḻïḍé"/>
            <p:cNvSpPr/>
            <p:nvPr/>
          </p:nvSpPr>
          <p:spPr>
            <a:xfrm>
              <a:off x="6898977" y="2945154"/>
              <a:ext cx="965831" cy="965832"/>
            </a:xfrm>
            <a:prstGeom prst="star7">
              <a:avLst>
                <a:gd name="adj" fmla="val 40882"/>
                <a:gd name="hf" fmla="val 102572"/>
                <a:gd name="vf" fmla="val 10521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9" name="îṣḻîďé"/>
            <p:cNvSpPr/>
            <p:nvPr/>
          </p:nvSpPr>
          <p:spPr>
            <a:xfrm>
              <a:off x="9470759" y="2945154"/>
              <a:ext cx="965831" cy="965832"/>
            </a:xfrm>
            <a:prstGeom prst="star7">
              <a:avLst>
                <a:gd name="adj" fmla="val 40882"/>
                <a:gd name="hf" fmla="val 102572"/>
                <a:gd name="vf" fmla="val 10521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0" name="išlïḓè"/>
            <p:cNvSpPr/>
            <p:nvPr/>
          </p:nvSpPr>
          <p:spPr>
            <a:xfrm rot="16200000">
              <a:off x="5787871" y="-1186997"/>
              <a:ext cx="603786" cy="7702876"/>
            </a:xfrm>
            <a:prstGeom prst="rightBracket">
              <a:avLst>
                <a:gd name="adj" fmla="val 125234"/>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algn="ctr"/>
              <a:endParaRPr/>
            </a:p>
          </p:txBody>
        </p:sp>
        <p:sp>
          <p:nvSpPr>
            <p:cNvPr id="11" name="î$líḍê"/>
            <p:cNvSpPr/>
            <p:nvPr/>
          </p:nvSpPr>
          <p:spPr>
            <a:xfrm rot="16200000">
              <a:off x="5794672" y="1377514"/>
              <a:ext cx="603786" cy="2573854"/>
            </a:xfrm>
            <a:prstGeom prst="rightBracket">
              <a:avLst>
                <a:gd name="adj" fmla="val 125234"/>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ormAutofit/>
            </a:bodyPr>
            <a:lstStyle/>
            <a:p>
              <a:pPr algn="ctr"/>
              <a:endParaRPr/>
            </a:p>
          </p:txBody>
        </p:sp>
        <p:sp>
          <p:nvSpPr>
            <p:cNvPr id="12" name="íšḻïḑê"/>
            <p:cNvSpPr/>
            <p:nvPr/>
          </p:nvSpPr>
          <p:spPr bwMode="auto">
            <a:xfrm>
              <a:off x="1969753" y="3201106"/>
              <a:ext cx="537145" cy="453926"/>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wrap="square" lIns="91440" tIns="45720" rIns="91440" bIns="45720" anchor="ctr">
              <a:normAutofit/>
            </a:bodyPr>
            <a:lstStyle/>
            <a:p>
              <a:pPr algn="ctr"/>
              <a:endParaRPr/>
            </a:p>
          </p:txBody>
        </p:sp>
        <p:sp>
          <p:nvSpPr>
            <p:cNvPr id="13" name="îṧḻíďé"/>
            <p:cNvSpPr/>
            <p:nvPr/>
          </p:nvSpPr>
          <p:spPr bwMode="auto">
            <a:xfrm>
              <a:off x="9667348" y="3186102"/>
              <a:ext cx="572652" cy="483933"/>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wrap="square" lIns="91440" tIns="45720" rIns="91440" bIns="45720" anchor="ctr">
              <a:normAutofit/>
            </a:bodyPr>
            <a:lstStyle/>
            <a:p>
              <a:pPr algn="ctr"/>
              <a:endParaRPr/>
            </a:p>
          </p:txBody>
        </p:sp>
        <p:sp>
          <p:nvSpPr>
            <p:cNvPr id="14" name="ïṩļïḍé"/>
            <p:cNvSpPr/>
            <p:nvPr/>
          </p:nvSpPr>
          <p:spPr bwMode="auto">
            <a:xfrm>
              <a:off x="4528708" y="3201254"/>
              <a:ext cx="561860" cy="474812"/>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wrap="square" lIns="91440" tIns="45720" rIns="91440" bIns="45720" anchor="ctr">
              <a:normAutofit/>
            </a:bodyPr>
            <a:lstStyle/>
            <a:p>
              <a:pPr algn="ctr"/>
              <a:endParaRPr/>
            </a:p>
          </p:txBody>
        </p:sp>
        <p:sp>
          <p:nvSpPr>
            <p:cNvPr id="15" name="ï$ļíḍè"/>
            <p:cNvSpPr/>
            <p:nvPr/>
          </p:nvSpPr>
          <p:spPr bwMode="auto">
            <a:xfrm>
              <a:off x="7148341" y="3223955"/>
              <a:ext cx="483069" cy="408228"/>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wrap="square" lIns="91440" tIns="45720" rIns="91440" bIns="45720" anchor="ctr">
              <a:normAutofit/>
            </a:bodyPr>
            <a:lstStyle/>
            <a:p>
              <a:pPr algn="ctr"/>
              <a:endParaRPr/>
            </a:p>
          </p:txBody>
        </p:sp>
        <p:sp>
          <p:nvSpPr>
            <p:cNvPr id="16" name="íṩḷíḓe"/>
            <p:cNvSpPr txBox="1"/>
            <p:nvPr/>
          </p:nvSpPr>
          <p:spPr>
            <a:xfrm>
              <a:off x="1104900" y="4446552"/>
              <a:ext cx="2266851" cy="671258"/>
            </a:xfrm>
            <a:prstGeom prst="rect">
              <a:avLst/>
            </a:prstGeom>
            <a:noFill/>
          </p:spPr>
          <p:txBody>
            <a:bodyPr wrap="square" lIns="91440" tIns="45720" rIns="91440" bIns="45720" anchor="ctr" anchorCtr="1">
              <a:normAutofit/>
            </a:bodyPr>
            <a:lstStyle/>
            <a:p>
              <a:pPr algn="ctr">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7" name="í$ľiḑé"/>
            <p:cNvSpPr/>
            <p:nvPr/>
          </p:nvSpPr>
          <p:spPr>
            <a:xfrm>
              <a:off x="1104899" y="4051300"/>
              <a:ext cx="2266852" cy="417331"/>
            </a:xfrm>
            <a:prstGeom prst="rect">
              <a:avLst/>
            </a:prstGeom>
          </p:spPr>
          <p:txBody>
            <a:bodyPr wrap="square" lIns="91440" tIns="45720" rIns="91440" bIns="45720" anchor="ctr" anchorCtr="1">
              <a:normAutofit/>
            </a:bodyPr>
            <a:lstStyle/>
            <a:p>
              <a:pPr>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18" name="îṧ1ide"/>
            <p:cNvSpPr txBox="1"/>
            <p:nvPr/>
          </p:nvSpPr>
          <p:spPr>
            <a:xfrm>
              <a:off x="3676214" y="4446552"/>
              <a:ext cx="2266851" cy="671258"/>
            </a:xfrm>
            <a:prstGeom prst="rect">
              <a:avLst/>
            </a:prstGeom>
            <a:noFill/>
          </p:spPr>
          <p:txBody>
            <a:bodyPr wrap="square" lIns="91440" tIns="45720" rIns="91440" bIns="45720" anchor="ctr" anchorCtr="1">
              <a:normAutofit/>
            </a:bodyPr>
            <a:lstStyle/>
            <a:p>
              <a:pPr algn="ctr">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19" name="ïŝḻîďe"/>
            <p:cNvSpPr/>
            <p:nvPr/>
          </p:nvSpPr>
          <p:spPr>
            <a:xfrm>
              <a:off x="3676213" y="4051300"/>
              <a:ext cx="2266852" cy="417331"/>
            </a:xfrm>
            <a:prstGeom prst="rect">
              <a:avLst/>
            </a:prstGeom>
          </p:spPr>
          <p:txBody>
            <a:bodyPr wrap="square" lIns="91440" tIns="45720" rIns="91440" bIns="45720" anchor="ctr" anchorCtr="1">
              <a:normAutofit/>
            </a:bodyPr>
            <a:lstStyle/>
            <a:p>
              <a:pPr>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20" name="ïṧḷîḑe"/>
            <p:cNvSpPr txBox="1"/>
            <p:nvPr/>
          </p:nvSpPr>
          <p:spPr>
            <a:xfrm>
              <a:off x="6256451" y="4446552"/>
              <a:ext cx="2266851" cy="671258"/>
            </a:xfrm>
            <a:prstGeom prst="rect">
              <a:avLst/>
            </a:prstGeom>
            <a:noFill/>
          </p:spPr>
          <p:txBody>
            <a:bodyPr wrap="square" lIns="91440" tIns="45720" rIns="91440" bIns="45720" anchor="ctr" anchorCtr="1">
              <a:normAutofit/>
            </a:bodyPr>
            <a:lstStyle/>
            <a:p>
              <a:pPr algn="ctr">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1" name="íSľîḑe"/>
            <p:cNvSpPr/>
            <p:nvPr/>
          </p:nvSpPr>
          <p:spPr>
            <a:xfrm>
              <a:off x="6256450" y="4051300"/>
              <a:ext cx="2266852" cy="417331"/>
            </a:xfrm>
            <a:prstGeom prst="rect">
              <a:avLst/>
            </a:prstGeom>
          </p:spPr>
          <p:txBody>
            <a:bodyPr wrap="square" lIns="91440" tIns="45720" rIns="91440" bIns="45720" anchor="ctr" anchorCtr="1">
              <a:normAutofit/>
            </a:bodyPr>
            <a:lstStyle/>
            <a:p>
              <a:pPr>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22" name="isḻîďé"/>
            <p:cNvSpPr txBox="1"/>
            <p:nvPr/>
          </p:nvSpPr>
          <p:spPr>
            <a:xfrm>
              <a:off x="8820250" y="4446552"/>
              <a:ext cx="2266851" cy="671258"/>
            </a:xfrm>
            <a:prstGeom prst="rect">
              <a:avLst/>
            </a:prstGeom>
            <a:noFill/>
          </p:spPr>
          <p:txBody>
            <a:bodyPr wrap="square" lIns="91440" tIns="45720" rIns="91440" bIns="45720" anchor="ctr" anchorCtr="1">
              <a:normAutofit/>
            </a:bodyPr>
            <a:lstStyle/>
            <a:p>
              <a:pPr algn="ctr">
                <a:lnSpc>
                  <a:spcPct val="150000"/>
                </a:lnSpc>
              </a:pPr>
              <a:r>
                <a:rPr lang="zh-CN" altLang="en-US" sz="1100" dirty="0">
                  <a:solidFill>
                    <a:schemeClr val="tx1">
                      <a:lumMod val="50000"/>
                      <a:lumOff val="50000"/>
                    </a:schemeClr>
                  </a:solidFill>
                  <a:cs typeface="+mn-ea"/>
                  <a:sym typeface="+mn-lt"/>
                </a:rPr>
                <a:t>请输入您的文本内容，或者复制粘贴文字内容到此处。</a:t>
              </a:r>
              <a:endParaRPr lang="en-US" altLang="zh-CN" sz="1100" dirty="0">
                <a:solidFill>
                  <a:schemeClr val="tx1">
                    <a:lumMod val="50000"/>
                    <a:lumOff val="50000"/>
                  </a:schemeClr>
                </a:solidFill>
                <a:cs typeface="+mn-ea"/>
                <a:sym typeface="+mn-lt"/>
              </a:endParaRPr>
            </a:p>
          </p:txBody>
        </p:sp>
        <p:sp>
          <p:nvSpPr>
            <p:cNvPr id="23" name="íšḷiḋé"/>
            <p:cNvSpPr/>
            <p:nvPr/>
          </p:nvSpPr>
          <p:spPr>
            <a:xfrm>
              <a:off x="8820249" y="4051300"/>
              <a:ext cx="2266852" cy="417331"/>
            </a:xfrm>
            <a:prstGeom prst="rect">
              <a:avLst/>
            </a:prstGeom>
          </p:spPr>
          <p:txBody>
            <a:bodyPr wrap="square" lIns="91440" tIns="45720" rIns="91440" bIns="45720" anchor="ctr" anchorCtr="1">
              <a:normAutofit/>
            </a:bodyPr>
            <a:lstStyle/>
            <a:p>
              <a:pPr>
                <a:spcBef>
                  <a:spcPct val="0"/>
                </a:spcBef>
              </a:pPr>
              <a:r>
                <a:rPr lang="zh-CN" altLang="en-US" b="1" dirty="0">
                  <a:solidFill>
                    <a:schemeClr val="tx1">
                      <a:lumMod val="75000"/>
                      <a:lumOff val="25000"/>
                    </a:schemeClr>
                  </a:solidFill>
                </a:rPr>
                <a:t>输入文本</a:t>
              </a:r>
              <a:endParaRPr lang="en-US" altLang="zh-CN" b="1" dirty="0">
                <a:solidFill>
                  <a:schemeClr val="tx1">
                    <a:lumMod val="75000"/>
                    <a:lumOff val="25000"/>
                  </a:schemeClr>
                </a:solidFill>
              </a:endParaRPr>
            </a:p>
          </p:txBody>
        </p:sp>
        <p:sp>
          <p:nvSpPr>
            <p:cNvPr id="24" name="îŝ1íḍé"/>
            <p:cNvSpPr/>
            <p:nvPr/>
          </p:nvSpPr>
          <p:spPr>
            <a:xfrm>
              <a:off x="4820700" y="1822230"/>
              <a:ext cx="2555309" cy="779443"/>
            </a:xfrm>
            <a:prstGeom prst="roundRect">
              <a:avLst>
                <a:gd name="adj" fmla="val 24861"/>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spcBef>
                  <a:spcPct val="0"/>
                </a:spcBef>
              </a:pPr>
              <a:r>
                <a:rPr lang="zh-CN" altLang="en-US" sz="2400" b="1" dirty="0"/>
                <a:t>输入文本</a:t>
              </a:r>
              <a:endParaRPr lang="en-US" altLang="zh-CN" sz="2400" b="1" dirty="0"/>
            </a:p>
          </p:txBody>
        </p:sp>
      </p:grpSp>
      <p:grpSp>
        <p:nvGrpSpPr>
          <p:cNvPr id="26" name="组合 25"/>
          <p:cNvGrpSpPr/>
          <p:nvPr/>
        </p:nvGrpSpPr>
        <p:grpSpPr>
          <a:xfrm>
            <a:off x="199289" y="258436"/>
            <a:ext cx="4355770" cy="655320"/>
            <a:chOff x="363500" y="173190"/>
            <a:chExt cx="4355770" cy="655320"/>
          </a:xfrm>
        </p:grpSpPr>
        <p:sp>
          <p:nvSpPr>
            <p:cNvPr id="27" name="TextBox 55"/>
            <p:cNvSpPr txBox="1"/>
            <p:nvPr/>
          </p:nvSpPr>
          <p:spPr>
            <a:xfrm>
              <a:off x="1053110" y="223027"/>
              <a:ext cx="2524861" cy="438572"/>
            </a:xfrm>
            <a:prstGeom prst="rect">
              <a:avLst/>
            </a:prstGeom>
            <a:noFill/>
          </p:spPr>
          <p:txBody>
            <a:bodyPr wrap="square" lIns="68571" tIns="34285" rIns="68571" bIns="34285" rtlCol="0">
              <a:spAutoFit/>
            </a:bodyPr>
            <a:lstStyle/>
            <a:p>
              <a:r>
                <a:rPr lang="zh-CN" altLang="en-US" sz="2400" dirty="0">
                  <a:solidFill>
                    <a:schemeClr val="tx1">
                      <a:lumMod val="75000"/>
                      <a:lumOff val="25000"/>
                    </a:schemeClr>
                  </a:solidFill>
                  <a:latin typeface="思源黑体 CN Bold" panose="020B0800000000000000" pitchFamily="34" charset="-122"/>
                  <a:ea typeface="思源黑体 CN Bold" panose="020B0800000000000000" pitchFamily="34" charset="-122"/>
                  <a:cs typeface="+mn-ea"/>
                  <a:sym typeface="+mn-lt"/>
                </a:rPr>
                <a:t>发展前景与展望</a:t>
              </a:r>
            </a:p>
          </p:txBody>
        </p:sp>
        <p:sp>
          <p:nvSpPr>
            <p:cNvPr id="28" name="TextBox 55"/>
            <p:cNvSpPr txBox="1"/>
            <p:nvPr/>
          </p:nvSpPr>
          <p:spPr>
            <a:xfrm>
              <a:off x="1053110" y="605382"/>
              <a:ext cx="3666160" cy="223128"/>
            </a:xfrm>
            <a:prstGeom prst="rect">
              <a:avLst/>
            </a:prstGeom>
            <a:noFill/>
          </p:spPr>
          <p:txBody>
            <a:bodyPr wrap="square" lIns="68571" tIns="34285" rIns="68571" bIns="34285" rtlCol="0">
              <a:spAutoFit/>
            </a:bodyPr>
            <a:lstStyle/>
            <a:p>
              <a:r>
                <a:rPr lang="en-US" altLang="zh-CN" sz="1000" dirty="0">
                  <a:solidFill>
                    <a:schemeClr val="tx1">
                      <a:lumMod val="50000"/>
                      <a:lumOff val="50000"/>
                    </a:schemeClr>
                  </a:solidFill>
                  <a:cs typeface="+mn-ea"/>
                  <a:sym typeface="+mn-lt"/>
                </a:rPr>
                <a:t>Annual work summary report of simple geometry</a:t>
              </a:r>
              <a:endParaRPr lang="zh-CN" altLang="en-US" sz="1000" dirty="0">
                <a:solidFill>
                  <a:schemeClr val="tx1">
                    <a:lumMod val="50000"/>
                    <a:lumOff val="50000"/>
                  </a:schemeClr>
                </a:solidFill>
                <a:cs typeface="+mn-ea"/>
                <a:sym typeface="+mn-lt"/>
              </a:endParaRPr>
            </a:p>
          </p:txBody>
        </p:sp>
        <p:sp>
          <p:nvSpPr>
            <p:cNvPr id="29" name="椭圆 28"/>
            <p:cNvSpPr/>
            <p:nvPr/>
          </p:nvSpPr>
          <p:spPr>
            <a:xfrm>
              <a:off x="363500" y="173190"/>
              <a:ext cx="627100" cy="6271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思源黑体 CN Medium" panose="020B0600000000000000" pitchFamily="34" charset="-122"/>
                  <a:ea typeface="思源黑体 CN Medium" panose="020B0600000000000000" pitchFamily="34" charset="-122"/>
                </a:rPr>
                <a:t>04</a:t>
              </a:r>
              <a:endParaRPr lang="zh-CN" altLang="en-US" sz="1600" dirty="0">
                <a:latin typeface="思源黑体 CN Medium" panose="020B0600000000000000" pitchFamily="34" charset="-122"/>
                <a:ea typeface="思源黑体 CN Medium" panose="020B0600000000000000" pitchFamily="34" charset="-122"/>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E5M2Q3YTk2NzExM2ViYmM0ZjRmYzRhOWQ2NWVkYzYifQ=="/>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9.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0.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1.xml><?xml version="1.0" encoding="utf-8"?>
<p:tagLst xmlns:a="http://schemas.openxmlformats.org/drawingml/2006/main" xmlns:r="http://schemas.openxmlformats.org/officeDocument/2006/relationships" xmlns:p="http://schemas.openxmlformats.org/presentationml/2006/main">
  <p:tag name="ISLIDE.DIAGRAM" val="#392746;"/>
  <p:tag name="ISLIDE.ICON" val="#420271;#428169;#420274;"/>
  <p:tag name="ISLIDE.TEMPLATE" val="https://www.islide.cc;"/>
</p:tagLst>
</file>

<file path=ppt/tags/tag12.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3.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4.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5.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ags/tag16.xml><?xml version="1.0" encoding="utf-8"?>
<p:tagLst xmlns:a="http://schemas.openxmlformats.org/drawingml/2006/main" xmlns:r="http://schemas.openxmlformats.org/officeDocument/2006/relationships" xmlns:p="http://schemas.openxmlformats.org/presentationml/2006/main">
  <p:tag name="ISLIDE.TEMPLATE" val="https://www.islide.cc;"/>
</p:tagLst>
</file>

<file path=ppt/theme/theme1.xml><?xml version="1.0" encoding="utf-8"?>
<a:theme xmlns:a="http://schemas.openxmlformats.org/drawingml/2006/main" name="Office 主题">
  <a:themeElements>
    <a:clrScheme name="自定义 79">
      <a:dk1>
        <a:sysClr val="windowText" lastClr="000000"/>
      </a:dk1>
      <a:lt1>
        <a:sysClr val="window" lastClr="FFFFFF"/>
      </a:lt1>
      <a:dk2>
        <a:srgbClr val="44546A"/>
      </a:dk2>
      <a:lt2>
        <a:srgbClr val="E7E6E6"/>
      </a:lt2>
      <a:accent1>
        <a:srgbClr val="011557"/>
      </a:accent1>
      <a:accent2>
        <a:srgbClr val="B48F57"/>
      </a:accent2>
      <a:accent3>
        <a:srgbClr val="A5A5A5"/>
      </a:accent3>
      <a:accent4>
        <a:srgbClr val="FFC000"/>
      </a:accent4>
      <a:accent5>
        <a:srgbClr val="4472C4"/>
      </a:accent5>
      <a:accent6>
        <a:srgbClr val="70AD47"/>
      </a:accent6>
      <a:hlink>
        <a:srgbClr val="0563C1"/>
      </a:hlink>
      <a:folHlink>
        <a:srgbClr val="954F72"/>
      </a:folHlink>
    </a:clrScheme>
    <a:fontScheme name="ldy4i51f">
      <a:majorFont>
        <a:latin typeface="思源黑体"/>
        <a:ea typeface="思源黑体"/>
        <a:cs typeface=""/>
      </a:majorFont>
      <a:minorFont>
        <a:latin typeface="思源黑体"/>
        <a:ea typeface="思源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921</TotalTime>
  <Words>1545</Words>
  <Application>Microsoft Office PowerPoint</Application>
  <PresentationFormat>宽屏</PresentationFormat>
  <Paragraphs>184</Paragraphs>
  <Slides>16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华文行楷</vt:lpstr>
      <vt:lpstr>思源黑体</vt:lpstr>
      <vt:lpstr>思源黑体 CN Bold</vt:lpstr>
      <vt:lpstr>思源黑体 CN Medium</vt:lpstr>
      <vt:lpstr>思源黑体 CN Normal</vt:lpstr>
      <vt:lpstr>思源宋体 Heavy</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小鬼谷子</dc:creator>
  <cp:lastModifiedBy>阳 易</cp:lastModifiedBy>
  <cp:revision>33</cp:revision>
  <dcterms:created xsi:type="dcterms:W3CDTF">2023-03-15T05:29:00Z</dcterms:created>
  <dcterms:modified xsi:type="dcterms:W3CDTF">2026-03-11T11:18:03Z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390B4EEECE124AC9A1D3E1BDB1992118_12</vt:lpwstr>
  </property>
  <property fmtid="{D5CDD505-2E9C-101B-9397-08002B2CF9AE}" pid="3" name="KSOProductBuildVer">
    <vt:lpwstr>2052-12.1.0.15712</vt:lpwstr>
  </property>
</Properties>
</file>