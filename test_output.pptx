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714500"/>
            <a:ext cx="762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布局模板系统演示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2476500"/>
            <a:ext cx="762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种布局 · 自动选择 · 告别千篇一律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19500" y="3238500"/>
            <a:ext cx="1905000" cy="18288"/>
          </a:xfrm>
          <a:prstGeom prst="rect">
            <a:avLst/>
          </a:prstGeom>
          <a:solidFill>
            <a:srgbClr val="E9456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为什么需要布局系统？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71500" y="952500"/>
            <a:ext cx="8001000" cy="182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1238250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生成的 PPT 最大问题：每页都是「标题 + 列表」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观众在第 3 页就开始走神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布局多样性 = 视觉节奏感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本系统提供 8 种预设布局坐标模板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Agent 根据内容自动选择最佳布局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72500" y="485775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vs 布局系统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476750" y="762000"/>
            <a:ext cx="9144" cy="4000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952500"/>
            <a:ext cx="36195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传统 AI 生成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1500" y="1238250"/>
            <a:ext cx="36195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每页标题+bullet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布局完全相同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没有视觉重点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信息密度均匀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观众容易疲劳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0" y="952500"/>
            <a:ext cx="36195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布局模板系统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62500" y="1238250"/>
            <a:ext cx="36195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8种布局自动切换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视觉节奏丰富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重点内容突出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信息层次分明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观众持续关注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72500" y="485775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4000"/>
            <a:ext cx="762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73%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62000" y="2762250"/>
            <a:ext cx="762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的观众在第 4 页后注意力下降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4000" y="3333750"/>
            <a:ext cx="609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Presentation Science Lab, 2024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布局多样性可将注意力保持率提升 2.4 倍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857500" cy="38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&amp;#x1F4D0;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62500" y="571500"/>
            <a:ext cx="40005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image-left 布局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762500" y="1143000"/>
            <a:ext cx="40005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 50% 放置图片或视觉元素，右侧放文字说明。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产品展示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截图说明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数据可视化配文字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人物介绍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图片区域：460×540px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文字区域：420×400px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72500" y="485775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9525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&amp;ldquo;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952500" y="1524000"/>
            <a:ext cx="66675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好的演示不是信息的堆砌，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而是注意力的编排。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238500"/>
            <a:ext cx="66675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Edward Tufte, 信息设计之父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52500" y="3810000"/>
            <a:ext cx="666750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4000500"/>
            <a:ext cx="66675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布局系统的核心理念：让每一页都有自己的「呼吸节奏」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905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复杂元素展示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381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 · SVG图表 · 图标 · 代码 · 列表 · 进度条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81000" y="904875"/>
            <a:ext cx="40005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指标Q1Q2Q3增长营收(万)320485612+91%用户数1.2k3.8k8.5k+608%NPS425671+69%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季度营收趋势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81000" y="2952750"/>
            <a:ext cx="40005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SVG 图标组件示例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 Icon = ({ name, size = 24 }) =&amp;gt; (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&amp;nbsp;&amp;nbsp;&amp;lt;svg width={size} viewBox="0 0 24 24"&amp;gt;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&amp;nbsp;&amp;nbsp;&amp;nbsp;&amp;nbsp;&amp;lt;use href={`#${name}`} /&amp;gt;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&amp;nbsp;&amp;nbsp;&amp;lt;/svg&amp;gt;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SVG 图标集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完成进度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0" y="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设计85%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开发62%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测试30%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1000" y="43815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 动画示例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76500" y="4333875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淡入↑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905000"/>
            <a:ext cx="762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2571750"/>
            <a:ext cx="762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布局模板系统 · 让每一页都有节奏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19500" y="3048000"/>
            <a:ext cx="1905000" cy="18288"/>
          </a:xfrm>
          <a:prstGeom prst="rect">
            <a:avLst/>
          </a:prstGeom>
          <a:solidFill>
            <a:srgbClr val="E9456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2026-05-23T03:14:23Z</dcterms:created>
  <dcterms:modified xsi:type="dcterms:W3CDTF">2026-05-23T03:14:23Z</dcterms:modified>
</cp:coreProperties>
</file>